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sldIdLst>
    <p:sldId id="256" r:id="rId2"/>
  </p:sldIdLst>
  <p:sldSz cx="43891200" cy="3291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368" userDrawn="1">
          <p15:clr>
            <a:srgbClr val="A4A3A4"/>
          </p15:clr>
        </p15:guide>
        <p15:guide id="2" pos="1382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965D4"/>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4972" autoAdjust="0"/>
    <p:restoredTop sz="94660"/>
  </p:normalViewPr>
  <p:slideViewPr>
    <p:cSldViewPr>
      <p:cViewPr>
        <p:scale>
          <a:sx n="34" d="100"/>
          <a:sy n="34" d="100"/>
        </p:scale>
        <p:origin x="752" y="336"/>
      </p:cViewPr>
      <p:guideLst>
        <p:guide orient="horz" pos="10368"/>
        <p:guide pos="1382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20807681" y="5615669"/>
            <a:ext cx="23111208" cy="23970250"/>
            <a:chOff x="4334933" y="1169931"/>
            <a:chExt cx="4814835" cy="4993802"/>
          </a:xfrm>
        </p:grpSpPr>
        <p:cxnSp>
          <p:nvCxnSpPr>
            <p:cNvPr id="17" name="Straight Connector 16"/>
            <p:cNvCxnSpPr/>
            <p:nvPr/>
          </p:nvCxnSpPr>
          <p:spPr>
            <a:xfrm flipH="1">
              <a:off x="6009259" y="1169931"/>
              <a:ext cx="3134741" cy="3134741"/>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4334933" y="1348898"/>
              <a:ext cx="4814835" cy="481483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5225595" y="1469269"/>
              <a:ext cx="3912054" cy="3912054"/>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p:nvCxnSpPr>
          <p:spPr>
            <a:xfrm flipH="1">
              <a:off x="5304588" y="1307856"/>
              <a:ext cx="3839412" cy="3839412"/>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5707078" y="1770196"/>
              <a:ext cx="3430571" cy="343057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1"/>
          <p:cNvSpPr>
            <a:spLocks noGrp="1"/>
          </p:cNvSpPr>
          <p:nvPr>
            <p:ph type="ctrTitle"/>
          </p:nvPr>
        </p:nvSpPr>
        <p:spPr>
          <a:xfrm>
            <a:off x="2560323" y="2560322"/>
            <a:ext cx="29542622" cy="14996165"/>
          </a:xfrm>
        </p:spPr>
        <p:txBody>
          <a:bodyPr anchor="b">
            <a:normAutofit/>
          </a:bodyPr>
          <a:lstStyle>
            <a:lvl1pPr algn="l">
              <a:defRPr sz="21120">
                <a:effectLst/>
              </a:defRPr>
            </a:lvl1pPr>
          </a:lstStyle>
          <a:p>
            <a:r>
              <a:rPr lang="en-US"/>
              <a:t>Click to edit Master title style</a:t>
            </a:r>
            <a:endParaRPr lang="en-US" dirty="0"/>
          </a:p>
        </p:txBody>
      </p:sp>
      <p:sp>
        <p:nvSpPr>
          <p:cNvPr id="3" name="Subtitle 2"/>
          <p:cNvSpPr>
            <a:spLocks noGrp="1"/>
          </p:cNvSpPr>
          <p:nvPr>
            <p:ph type="subTitle" idx="1"/>
          </p:nvPr>
        </p:nvSpPr>
        <p:spPr>
          <a:xfrm>
            <a:off x="2560320" y="18450566"/>
            <a:ext cx="23780400" cy="9184637"/>
          </a:xfrm>
        </p:spPr>
        <p:txBody>
          <a:bodyPr anchor="t">
            <a:normAutofit/>
          </a:bodyPr>
          <a:lstStyle>
            <a:lvl1pPr marL="0" indent="0" algn="l">
              <a:buNone/>
              <a:defRPr sz="9600">
                <a:solidFill>
                  <a:schemeClr val="bg2">
                    <a:lumMod val="75000"/>
                  </a:schemeClr>
                </a:solidFill>
              </a:defRPr>
            </a:lvl1pPr>
            <a:lvl2pPr marL="2194560" indent="0" algn="ctr">
              <a:buNone/>
              <a:defRPr>
                <a:solidFill>
                  <a:schemeClr val="tx1">
                    <a:tint val="75000"/>
                  </a:schemeClr>
                </a:solidFill>
              </a:defRPr>
            </a:lvl2pPr>
            <a:lvl3pPr marL="4389120" indent="0" algn="ctr">
              <a:buNone/>
              <a:defRPr>
                <a:solidFill>
                  <a:schemeClr val="tx1">
                    <a:tint val="75000"/>
                  </a:schemeClr>
                </a:solidFill>
              </a:defRPr>
            </a:lvl3pPr>
            <a:lvl4pPr marL="6583680" indent="0" algn="ctr">
              <a:buNone/>
              <a:defRPr>
                <a:solidFill>
                  <a:schemeClr val="tx1">
                    <a:tint val="75000"/>
                  </a:schemeClr>
                </a:solidFill>
              </a:defRPr>
            </a:lvl4pPr>
            <a:lvl5pPr marL="8778240" indent="0" algn="ctr">
              <a:buNone/>
              <a:defRPr>
                <a:solidFill>
                  <a:schemeClr val="tx1">
                    <a:tint val="75000"/>
                  </a:schemeClr>
                </a:solidFill>
              </a:defRPr>
            </a:lvl5pPr>
            <a:lvl6pPr marL="10972800" indent="0" algn="ctr">
              <a:buNone/>
              <a:defRPr>
                <a:solidFill>
                  <a:schemeClr val="tx1">
                    <a:tint val="75000"/>
                  </a:schemeClr>
                </a:solidFill>
              </a:defRPr>
            </a:lvl6pPr>
            <a:lvl7pPr marL="13167360" indent="0" algn="ctr">
              <a:buNone/>
              <a:defRPr>
                <a:solidFill>
                  <a:schemeClr val="tx1">
                    <a:tint val="75000"/>
                  </a:schemeClr>
                </a:solidFill>
              </a:defRPr>
            </a:lvl7pPr>
            <a:lvl8pPr marL="15361920" indent="0" algn="ctr">
              <a:buNone/>
              <a:defRPr>
                <a:solidFill>
                  <a:schemeClr val="tx1">
                    <a:tint val="75000"/>
                  </a:schemeClr>
                </a:solidFill>
              </a:defRPr>
            </a:lvl8pPr>
            <a:lvl9pPr marL="1755648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32B171B-4AA7-44CE-AA86-B2A522F311DA}" type="datetimeFigureOut">
              <a:rPr lang="en-US" smtClean="0"/>
              <a:t>12/9/21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2BC631-2A0C-4449-8864-81781CFCD92A}" type="slidenum">
              <a:rPr lang="en-US" smtClean="0"/>
              <a:t>‹#›</a:t>
            </a:fld>
            <a:endParaRPr lang="en-US"/>
          </a:p>
        </p:txBody>
      </p:sp>
    </p:spTree>
    <p:extLst>
      <p:ext uri="{BB962C8B-B14F-4D97-AF65-F5344CB8AC3E}">
        <p14:creationId xmlns:p14="http://schemas.microsoft.com/office/powerpoint/2010/main" val="40371138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60322" y="21579840"/>
            <a:ext cx="31463362" cy="7315200"/>
          </a:xfrm>
        </p:spPr>
        <p:txBody>
          <a:bodyPr/>
          <a:lstStyle/>
          <a:p>
            <a:r>
              <a:rPr lang="en-US"/>
              <a:t>Click to edit Master title style</a:t>
            </a:r>
            <a:endParaRPr lang="en-US" dirty="0"/>
          </a:p>
        </p:txBody>
      </p:sp>
      <p:sp>
        <p:nvSpPr>
          <p:cNvPr id="3" name="Content Placeholder 2"/>
          <p:cNvSpPr>
            <a:spLocks noGrp="1"/>
          </p:cNvSpPr>
          <p:nvPr>
            <p:ph idx="1"/>
          </p:nvPr>
        </p:nvSpPr>
        <p:spPr>
          <a:xfrm>
            <a:off x="2560322" y="2560320"/>
            <a:ext cx="31463362" cy="18084816"/>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32B171B-4AA7-44CE-AA86-B2A522F311DA}" type="datetimeFigureOut">
              <a:rPr lang="en-US" smtClean="0"/>
              <a:t>12/9/21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2BC631-2A0C-4449-8864-81781CFCD92A}" type="slidenum">
              <a:rPr lang="en-US" smtClean="0"/>
              <a:t>‹#›</a:t>
            </a:fld>
            <a:endParaRPr lang="en-US"/>
          </a:p>
        </p:txBody>
      </p:sp>
    </p:spTree>
    <p:extLst>
      <p:ext uri="{BB962C8B-B14F-4D97-AF65-F5344CB8AC3E}">
        <p14:creationId xmlns:p14="http://schemas.microsoft.com/office/powerpoint/2010/main" val="36127900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60320" y="9509757"/>
            <a:ext cx="30731846" cy="11135362"/>
          </a:xfrm>
        </p:spPr>
        <p:txBody>
          <a:bodyPr anchor="b">
            <a:normAutofit/>
          </a:bodyPr>
          <a:lstStyle>
            <a:lvl1pPr algn="l">
              <a:defRPr sz="15360" b="0" cap="all"/>
            </a:lvl1pPr>
          </a:lstStyle>
          <a:p>
            <a:r>
              <a:rPr lang="en-US"/>
              <a:t>Click to edit Master title style</a:t>
            </a:r>
            <a:endParaRPr lang="en-US" dirty="0"/>
          </a:p>
        </p:txBody>
      </p:sp>
      <p:sp>
        <p:nvSpPr>
          <p:cNvPr id="3" name="Text Placeholder 2"/>
          <p:cNvSpPr>
            <a:spLocks noGrp="1"/>
          </p:cNvSpPr>
          <p:nvPr>
            <p:ph type="body" idx="1"/>
          </p:nvPr>
        </p:nvSpPr>
        <p:spPr>
          <a:xfrm>
            <a:off x="2560322" y="21539201"/>
            <a:ext cx="30731842" cy="7355842"/>
          </a:xfrm>
        </p:spPr>
        <p:txBody>
          <a:bodyPr anchor="t">
            <a:normAutofit/>
          </a:bodyPr>
          <a:lstStyle>
            <a:lvl1pPr marL="0" indent="0" algn="l">
              <a:buNone/>
              <a:defRPr sz="8640">
                <a:solidFill>
                  <a:schemeClr val="bg2">
                    <a:lumMod val="75000"/>
                  </a:schemeClr>
                </a:solidFill>
              </a:defRPr>
            </a:lvl1pPr>
            <a:lvl2pPr marL="2194560" indent="0">
              <a:buNone/>
              <a:defRPr sz="8640">
                <a:solidFill>
                  <a:schemeClr val="tx1">
                    <a:tint val="75000"/>
                  </a:schemeClr>
                </a:solidFill>
              </a:defRPr>
            </a:lvl2pPr>
            <a:lvl3pPr marL="4389120" indent="0">
              <a:buNone/>
              <a:defRPr sz="7680">
                <a:solidFill>
                  <a:schemeClr val="tx1">
                    <a:tint val="75000"/>
                  </a:schemeClr>
                </a:solidFill>
              </a:defRPr>
            </a:lvl3pPr>
            <a:lvl4pPr marL="6583680" indent="0">
              <a:buNone/>
              <a:defRPr sz="6720">
                <a:solidFill>
                  <a:schemeClr val="tx1">
                    <a:tint val="75000"/>
                  </a:schemeClr>
                </a:solidFill>
              </a:defRPr>
            </a:lvl4pPr>
            <a:lvl5pPr marL="8778240" indent="0">
              <a:buNone/>
              <a:defRPr sz="6720">
                <a:solidFill>
                  <a:schemeClr val="tx1">
                    <a:tint val="75000"/>
                  </a:schemeClr>
                </a:solidFill>
              </a:defRPr>
            </a:lvl5pPr>
            <a:lvl6pPr marL="10972800" indent="0">
              <a:buNone/>
              <a:defRPr sz="6720">
                <a:solidFill>
                  <a:schemeClr val="tx1">
                    <a:tint val="75000"/>
                  </a:schemeClr>
                </a:solidFill>
              </a:defRPr>
            </a:lvl6pPr>
            <a:lvl7pPr marL="13167360" indent="0">
              <a:buNone/>
              <a:defRPr sz="6720">
                <a:solidFill>
                  <a:schemeClr val="tx1">
                    <a:tint val="75000"/>
                  </a:schemeClr>
                </a:solidFill>
              </a:defRPr>
            </a:lvl7pPr>
            <a:lvl8pPr marL="15361920" indent="0">
              <a:buNone/>
              <a:defRPr sz="6720">
                <a:solidFill>
                  <a:schemeClr val="tx1">
                    <a:tint val="75000"/>
                  </a:schemeClr>
                </a:solidFill>
              </a:defRPr>
            </a:lvl8pPr>
            <a:lvl9pPr marL="17556480" indent="0">
              <a:buNone/>
              <a:defRPr sz="672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32B171B-4AA7-44CE-AA86-B2A522F311DA}" type="datetimeFigureOut">
              <a:rPr lang="en-US" smtClean="0"/>
              <a:t>12/9/21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2BC631-2A0C-4449-8864-81781CFCD92A}" type="slidenum">
              <a:rPr lang="en-US" smtClean="0"/>
              <a:t>‹#›</a:t>
            </a:fld>
            <a:endParaRPr lang="en-US"/>
          </a:p>
        </p:txBody>
      </p:sp>
    </p:spTree>
    <p:extLst>
      <p:ext uri="{BB962C8B-B14F-4D97-AF65-F5344CB8AC3E}">
        <p14:creationId xmlns:p14="http://schemas.microsoft.com/office/powerpoint/2010/main" val="31202808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2560322" y="21579840"/>
            <a:ext cx="31463362" cy="7315200"/>
          </a:xfrm>
        </p:spPr>
        <p:txBody>
          <a:bodyPr>
            <a:normAutofit/>
          </a:bodyPr>
          <a:lstStyle>
            <a:lvl1pPr>
              <a:defRPr sz="15360"/>
            </a:lvl1pPr>
          </a:lstStyle>
          <a:p>
            <a:r>
              <a:rPr lang="en-US"/>
              <a:t>Click to edit Master title style</a:t>
            </a:r>
            <a:endParaRPr lang="en-US" dirty="0"/>
          </a:p>
        </p:txBody>
      </p:sp>
      <p:sp>
        <p:nvSpPr>
          <p:cNvPr id="11" name="Content Placeholder 3"/>
          <p:cNvSpPr>
            <a:spLocks noGrp="1"/>
          </p:cNvSpPr>
          <p:nvPr>
            <p:ph sz="half" idx="13"/>
          </p:nvPr>
        </p:nvSpPr>
        <p:spPr>
          <a:xfrm>
            <a:off x="2560322" y="2560322"/>
            <a:ext cx="18959842" cy="18084802"/>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5"/>
          <p:cNvSpPr>
            <a:spLocks noGrp="1"/>
          </p:cNvSpPr>
          <p:nvPr>
            <p:ph sz="quarter" idx="4"/>
          </p:nvPr>
        </p:nvSpPr>
        <p:spPr>
          <a:xfrm>
            <a:off x="22379338" y="2560320"/>
            <a:ext cx="18951542" cy="18044160"/>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32B171B-4AA7-44CE-AA86-B2A522F311DA}" type="datetimeFigureOut">
              <a:rPr lang="en-US" smtClean="0"/>
              <a:t>12/9/21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F2BC631-2A0C-4449-8864-81781CFCD92A}" type="slidenum">
              <a:rPr lang="en-US" smtClean="0"/>
              <a:t>‹#›</a:t>
            </a:fld>
            <a:endParaRPr lang="en-US"/>
          </a:p>
        </p:txBody>
      </p:sp>
    </p:spTree>
    <p:extLst>
      <p:ext uri="{BB962C8B-B14F-4D97-AF65-F5344CB8AC3E}">
        <p14:creationId xmlns:p14="http://schemas.microsoft.com/office/powerpoint/2010/main" val="1301316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560322" y="21579840"/>
            <a:ext cx="31463362" cy="7315200"/>
          </a:xfrm>
        </p:spPr>
        <p:txBody>
          <a:bodyPr>
            <a:normAutofit/>
          </a:bodyPr>
          <a:lstStyle>
            <a:lvl1pPr>
              <a:defRPr sz="15360"/>
            </a:lvl1pPr>
          </a:lstStyle>
          <a:p>
            <a:r>
              <a:rPr lang="en-US"/>
              <a:t>Click to edit Master title style</a:t>
            </a:r>
            <a:endParaRPr lang="en-US" dirty="0"/>
          </a:p>
        </p:txBody>
      </p:sp>
      <p:sp>
        <p:nvSpPr>
          <p:cNvPr id="3" name="Text Placeholder 2"/>
          <p:cNvSpPr>
            <a:spLocks noGrp="1"/>
          </p:cNvSpPr>
          <p:nvPr>
            <p:ph type="body" idx="1"/>
          </p:nvPr>
        </p:nvSpPr>
        <p:spPr>
          <a:xfrm>
            <a:off x="3657605" y="2560320"/>
            <a:ext cx="17840957" cy="2926080"/>
          </a:xfrm>
        </p:spPr>
        <p:txBody>
          <a:bodyPr anchor="b">
            <a:noAutofit/>
          </a:bodyPr>
          <a:lstStyle>
            <a:lvl1pPr marL="0" indent="0">
              <a:buNone/>
              <a:defRPr sz="11520" b="0" cap="all">
                <a:solidFill>
                  <a:schemeClr val="tx1"/>
                </a:solidFill>
              </a:defRPr>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Edit Master text styles</a:t>
            </a:r>
          </a:p>
        </p:txBody>
      </p:sp>
      <p:sp>
        <p:nvSpPr>
          <p:cNvPr id="4" name="Content Placeholder 3"/>
          <p:cNvSpPr>
            <a:spLocks noGrp="1"/>
          </p:cNvSpPr>
          <p:nvPr>
            <p:ph sz="half" idx="2"/>
          </p:nvPr>
        </p:nvSpPr>
        <p:spPr>
          <a:xfrm>
            <a:off x="2560317" y="5486402"/>
            <a:ext cx="18938242" cy="15158722"/>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3304079" y="2720342"/>
            <a:ext cx="18067445" cy="2766058"/>
          </a:xfrm>
        </p:spPr>
        <p:txBody>
          <a:bodyPr anchor="b">
            <a:noAutofit/>
          </a:bodyPr>
          <a:lstStyle>
            <a:lvl1pPr marL="0" indent="0">
              <a:buNone/>
              <a:defRPr sz="11520" b="0" cap="all">
                <a:solidFill>
                  <a:schemeClr val="tx1"/>
                </a:solidFill>
              </a:defRPr>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Edit Master text styles</a:t>
            </a:r>
          </a:p>
        </p:txBody>
      </p:sp>
      <p:sp>
        <p:nvSpPr>
          <p:cNvPr id="6" name="Content Placeholder 5"/>
          <p:cNvSpPr>
            <a:spLocks noGrp="1"/>
          </p:cNvSpPr>
          <p:nvPr>
            <p:ph sz="quarter" idx="4"/>
          </p:nvPr>
        </p:nvSpPr>
        <p:spPr>
          <a:xfrm>
            <a:off x="22379340" y="5486400"/>
            <a:ext cx="18992184" cy="15118080"/>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32B171B-4AA7-44CE-AA86-B2A522F311DA}" type="datetimeFigureOut">
              <a:rPr lang="en-US" smtClean="0"/>
              <a:t>12/9/21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F2BC631-2A0C-4449-8864-81781CFCD92A}" type="slidenum">
              <a:rPr lang="en-US" smtClean="0"/>
              <a:t>‹#›</a:t>
            </a:fld>
            <a:endParaRPr lang="en-US"/>
          </a:p>
        </p:txBody>
      </p:sp>
    </p:spTree>
    <p:extLst>
      <p:ext uri="{BB962C8B-B14F-4D97-AF65-F5344CB8AC3E}">
        <p14:creationId xmlns:p14="http://schemas.microsoft.com/office/powerpoint/2010/main" val="11819892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2560322" y="21579840"/>
            <a:ext cx="31463362" cy="7315200"/>
          </a:xfrm>
        </p:spPr>
        <p:txBody>
          <a:bodyPr>
            <a:normAutofit/>
          </a:bodyPr>
          <a:lstStyle>
            <a:lvl1pPr>
              <a:defRPr sz="15360"/>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32B171B-4AA7-44CE-AA86-B2A522F311DA}" type="datetimeFigureOut">
              <a:rPr lang="en-US" smtClean="0"/>
              <a:t>12/9/21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F2BC631-2A0C-4449-8864-81781CFCD92A}" type="slidenum">
              <a:rPr lang="en-US" smtClean="0"/>
              <a:t>‹#›</a:t>
            </a:fld>
            <a:endParaRPr lang="en-US"/>
          </a:p>
        </p:txBody>
      </p:sp>
    </p:spTree>
    <p:extLst>
      <p:ext uri="{BB962C8B-B14F-4D97-AF65-F5344CB8AC3E}">
        <p14:creationId xmlns:p14="http://schemas.microsoft.com/office/powerpoint/2010/main" val="23745157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2B171B-4AA7-44CE-AA86-B2A522F311DA}" type="datetimeFigureOut">
              <a:rPr lang="en-US" smtClean="0"/>
              <a:t>12/9/21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F2BC631-2A0C-4449-8864-81781CFCD92A}" type="slidenum">
              <a:rPr lang="en-US" smtClean="0"/>
              <a:t>‹#›</a:t>
            </a:fld>
            <a:endParaRPr lang="en-US"/>
          </a:p>
        </p:txBody>
      </p:sp>
    </p:spTree>
    <p:extLst>
      <p:ext uri="{BB962C8B-B14F-4D97-AF65-F5344CB8AC3E}">
        <p14:creationId xmlns:p14="http://schemas.microsoft.com/office/powerpoint/2010/main" val="18461697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009602" y="2560320"/>
            <a:ext cx="15361920" cy="7315200"/>
          </a:xfrm>
        </p:spPr>
        <p:txBody>
          <a:bodyPr anchor="b">
            <a:normAutofit/>
          </a:bodyPr>
          <a:lstStyle>
            <a:lvl1pPr algn="l">
              <a:defRPr sz="9600" b="0"/>
            </a:lvl1pPr>
          </a:lstStyle>
          <a:p>
            <a:r>
              <a:rPr lang="en-US"/>
              <a:t>Click to edit Master title style</a:t>
            </a:r>
            <a:endParaRPr lang="en-US" dirty="0"/>
          </a:p>
        </p:txBody>
      </p:sp>
      <p:sp>
        <p:nvSpPr>
          <p:cNvPr id="3" name="Content Placeholder 2"/>
          <p:cNvSpPr>
            <a:spLocks noGrp="1"/>
          </p:cNvSpPr>
          <p:nvPr>
            <p:ph idx="1"/>
          </p:nvPr>
        </p:nvSpPr>
        <p:spPr>
          <a:xfrm>
            <a:off x="2560318" y="2560320"/>
            <a:ext cx="21306024" cy="26334720"/>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6009602" y="10607052"/>
            <a:ext cx="15361920" cy="10038082"/>
          </a:xfrm>
        </p:spPr>
        <p:txBody>
          <a:bodyPr anchor="t">
            <a:normAutofit/>
          </a:bodyPr>
          <a:lstStyle>
            <a:lvl1pPr marL="0" indent="0">
              <a:buNone/>
              <a:defRPr sz="7680"/>
            </a:lvl1pPr>
            <a:lvl2pPr marL="2194560" indent="0">
              <a:buNone/>
              <a:defRPr sz="5760"/>
            </a:lvl2pPr>
            <a:lvl3pPr marL="4389120" indent="0">
              <a:buNone/>
              <a:defRPr sz="4800"/>
            </a:lvl3pPr>
            <a:lvl4pPr marL="6583680" indent="0">
              <a:buNone/>
              <a:defRPr sz="4320"/>
            </a:lvl4pPr>
            <a:lvl5pPr marL="8778240" indent="0">
              <a:buNone/>
              <a:defRPr sz="4320"/>
            </a:lvl5pPr>
            <a:lvl6pPr marL="10972800" indent="0">
              <a:buNone/>
              <a:defRPr sz="4320"/>
            </a:lvl6pPr>
            <a:lvl7pPr marL="13167360" indent="0">
              <a:buNone/>
              <a:defRPr sz="4320"/>
            </a:lvl7pPr>
            <a:lvl8pPr marL="15361920" indent="0">
              <a:buNone/>
              <a:defRPr sz="4320"/>
            </a:lvl8pPr>
            <a:lvl9pPr marL="17556480" indent="0">
              <a:buNone/>
              <a:defRPr sz="4320"/>
            </a:lvl9pPr>
          </a:lstStyle>
          <a:p>
            <a:pPr lvl="0"/>
            <a:r>
              <a:rPr lang="en-US"/>
              <a:t>Edit Master text styles</a:t>
            </a:r>
          </a:p>
        </p:txBody>
      </p:sp>
      <p:sp>
        <p:nvSpPr>
          <p:cNvPr id="5" name="Date Placeholder 4"/>
          <p:cNvSpPr>
            <a:spLocks noGrp="1"/>
          </p:cNvSpPr>
          <p:nvPr>
            <p:ph type="dt" sz="half" idx="10"/>
          </p:nvPr>
        </p:nvSpPr>
        <p:spPr/>
        <p:txBody>
          <a:bodyPr/>
          <a:lstStyle/>
          <a:p>
            <a:fld id="{032B171B-4AA7-44CE-AA86-B2A522F311DA}" type="datetimeFigureOut">
              <a:rPr lang="en-US" smtClean="0"/>
              <a:t>12/9/21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F2BC631-2A0C-4449-8864-81781CFCD92A}" type="slidenum">
              <a:rPr lang="en-US" smtClean="0"/>
              <a:t>‹#›</a:t>
            </a:fld>
            <a:endParaRPr lang="en-US"/>
          </a:p>
        </p:txBody>
      </p:sp>
    </p:spTree>
    <p:extLst>
      <p:ext uri="{BB962C8B-B14F-4D97-AF65-F5344CB8AC3E}">
        <p14:creationId xmlns:p14="http://schemas.microsoft.com/office/powerpoint/2010/main" val="39255600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579840" y="6949440"/>
            <a:ext cx="17103638" cy="5486400"/>
          </a:xfrm>
        </p:spPr>
        <p:txBody>
          <a:bodyPr anchor="b">
            <a:normAutofit/>
          </a:bodyPr>
          <a:lstStyle>
            <a:lvl1pPr algn="l">
              <a:defRPr sz="11520" b="0"/>
            </a:lvl1pPr>
          </a:lstStyle>
          <a:p>
            <a:r>
              <a:rPr lang="en-US"/>
              <a:t>Click to edit Master title style</a:t>
            </a:r>
            <a:endParaRPr lang="en-US" dirty="0"/>
          </a:p>
        </p:txBody>
      </p:sp>
      <p:sp>
        <p:nvSpPr>
          <p:cNvPr id="17" name="Picture Placeholder 2"/>
          <p:cNvSpPr>
            <a:spLocks noGrp="1" noChangeAspect="1"/>
          </p:cNvSpPr>
          <p:nvPr>
            <p:ph type="pic" idx="13"/>
          </p:nvPr>
        </p:nvSpPr>
        <p:spPr>
          <a:xfrm>
            <a:off x="3657600" y="4389120"/>
            <a:ext cx="15748675" cy="2304288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7680"/>
            </a:lvl1pPr>
            <a:lvl2pPr marL="2194560" indent="0">
              <a:buNone/>
              <a:defRPr sz="7680"/>
            </a:lvl2pPr>
            <a:lvl3pPr marL="4389120" indent="0">
              <a:buNone/>
              <a:defRPr sz="7680"/>
            </a:lvl3pPr>
            <a:lvl4pPr marL="6583680" indent="0">
              <a:buNone/>
              <a:defRPr sz="7680"/>
            </a:lvl4pPr>
            <a:lvl5pPr marL="8778240" indent="0">
              <a:buNone/>
              <a:defRPr sz="7680"/>
            </a:lvl5pPr>
            <a:lvl6pPr marL="10972800" indent="0">
              <a:buNone/>
              <a:defRPr sz="7680"/>
            </a:lvl6pPr>
            <a:lvl7pPr marL="13167360" indent="0">
              <a:buNone/>
              <a:defRPr sz="7680"/>
            </a:lvl7pPr>
            <a:lvl8pPr marL="15361920" indent="0">
              <a:buNone/>
              <a:defRPr sz="7680"/>
            </a:lvl8pPr>
            <a:lvl9pPr marL="17556480" indent="0">
              <a:buNone/>
              <a:defRPr sz="7680"/>
            </a:lvl9pPr>
          </a:lstStyle>
          <a:p>
            <a:r>
              <a:rPr lang="en-US"/>
              <a:t>Click icon to add picture</a:t>
            </a:r>
            <a:endParaRPr lang="en-US" dirty="0"/>
          </a:p>
        </p:txBody>
      </p:sp>
      <p:sp>
        <p:nvSpPr>
          <p:cNvPr id="4" name="Text Placeholder 3"/>
          <p:cNvSpPr>
            <a:spLocks noGrp="1"/>
          </p:cNvSpPr>
          <p:nvPr>
            <p:ph type="body" sz="half" idx="2"/>
          </p:nvPr>
        </p:nvSpPr>
        <p:spPr>
          <a:xfrm>
            <a:off x="21580932" y="13167360"/>
            <a:ext cx="17108270" cy="9997440"/>
          </a:xfrm>
        </p:spPr>
        <p:txBody>
          <a:bodyPr anchor="t">
            <a:normAutofit/>
          </a:bodyPr>
          <a:lstStyle>
            <a:lvl1pPr marL="0" indent="0">
              <a:buNone/>
              <a:defRPr sz="8640"/>
            </a:lvl1pPr>
            <a:lvl2pPr marL="2194560" indent="0">
              <a:buNone/>
              <a:defRPr sz="5760"/>
            </a:lvl2pPr>
            <a:lvl3pPr marL="4389120" indent="0">
              <a:buNone/>
              <a:defRPr sz="4800"/>
            </a:lvl3pPr>
            <a:lvl4pPr marL="6583680" indent="0">
              <a:buNone/>
              <a:defRPr sz="4320"/>
            </a:lvl4pPr>
            <a:lvl5pPr marL="8778240" indent="0">
              <a:buNone/>
              <a:defRPr sz="4320"/>
            </a:lvl5pPr>
            <a:lvl6pPr marL="10972800" indent="0">
              <a:buNone/>
              <a:defRPr sz="4320"/>
            </a:lvl6pPr>
            <a:lvl7pPr marL="13167360" indent="0">
              <a:buNone/>
              <a:defRPr sz="4320"/>
            </a:lvl7pPr>
            <a:lvl8pPr marL="15361920" indent="0">
              <a:buNone/>
              <a:defRPr sz="4320"/>
            </a:lvl8pPr>
            <a:lvl9pPr marL="17556480" indent="0">
              <a:buNone/>
              <a:defRPr sz="4320"/>
            </a:lvl9pPr>
          </a:lstStyle>
          <a:p>
            <a:pPr lvl="0"/>
            <a:r>
              <a:rPr lang="en-US"/>
              <a:t>Edit Master text styles</a:t>
            </a:r>
          </a:p>
        </p:txBody>
      </p:sp>
      <p:sp>
        <p:nvSpPr>
          <p:cNvPr id="5" name="Date Placeholder 4"/>
          <p:cNvSpPr>
            <a:spLocks noGrp="1"/>
          </p:cNvSpPr>
          <p:nvPr>
            <p:ph type="dt" sz="half" idx="10"/>
          </p:nvPr>
        </p:nvSpPr>
        <p:spPr/>
        <p:txBody>
          <a:bodyPr/>
          <a:lstStyle/>
          <a:p>
            <a:fld id="{032B171B-4AA7-44CE-AA86-B2A522F311DA}" type="datetimeFigureOut">
              <a:rPr lang="en-US" smtClean="0"/>
              <a:t>12/9/21</a:t>
            </a:fld>
            <a:endParaRPr lang="en-US"/>
          </a:p>
        </p:txBody>
      </p:sp>
      <p:sp>
        <p:nvSpPr>
          <p:cNvPr id="6" name="Footer Placeholder 5"/>
          <p:cNvSpPr>
            <a:spLocks noGrp="1"/>
          </p:cNvSpPr>
          <p:nvPr>
            <p:ph type="ftr" sz="quarter" idx="11"/>
          </p:nvPr>
        </p:nvSpPr>
        <p:spPr>
          <a:xfrm>
            <a:off x="2560320" y="29626562"/>
            <a:ext cx="27896275" cy="1752600"/>
          </a:xfrm>
        </p:spPr>
        <p:txBody>
          <a:bodyPr/>
          <a:lstStyle/>
          <a:p>
            <a:endParaRPr lang="en-US"/>
          </a:p>
        </p:txBody>
      </p:sp>
      <p:sp>
        <p:nvSpPr>
          <p:cNvPr id="7" name="Slide Number Placeholder 6"/>
          <p:cNvSpPr>
            <a:spLocks noGrp="1"/>
          </p:cNvSpPr>
          <p:nvPr>
            <p:ph type="sldNum" sz="quarter" idx="12"/>
          </p:nvPr>
        </p:nvSpPr>
        <p:spPr/>
        <p:txBody>
          <a:bodyPr/>
          <a:lstStyle/>
          <a:p>
            <a:fld id="{EF2BC631-2A0C-4449-8864-81781CFCD92A}" type="slidenum">
              <a:rPr lang="en-US" smtClean="0"/>
              <a:t>‹#›</a:t>
            </a:fld>
            <a:endParaRPr lang="en-US"/>
          </a:p>
        </p:txBody>
      </p:sp>
    </p:spTree>
    <p:extLst>
      <p:ext uri="{BB962C8B-B14F-4D97-AF65-F5344CB8AC3E}">
        <p14:creationId xmlns:p14="http://schemas.microsoft.com/office/powerpoint/2010/main" val="28157817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2" y="21579840"/>
            <a:ext cx="31463362" cy="7315200"/>
          </a:xfrm>
        </p:spPr>
        <p:txBody>
          <a:bodyPr/>
          <a:lstStyle/>
          <a:p>
            <a:r>
              <a:rPr lang="en-US"/>
              <a:t>Click to edit Master title style</a:t>
            </a:r>
            <a:endParaRPr lang="en-US" dirty="0"/>
          </a:p>
        </p:txBody>
      </p:sp>
      <p:sp>
        <p:nvSpPr>
          <p:cNvPr id="6" name="Picture Placeholder 2"/>
          <p:cNvSpPr>
            <a:spLocks noGrp="1" noChangeAspect="1"/>
          </p:cNvSpPr>
          <p:nvPr>
            <p:ph type="pic" idx="13"/>
          </p:nvPr>
        </p:nvSpPr>
        <p:spPr>
          <a:xfrm>
            <a:off x="2560320" y="2560320"/>
            <a:ext cx="38770560" cy="1499616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7680"/>
            </a:lvl1pPr>
            <a:lvl2pPr marL="2194560" indent="0">
              <a:buNone/>
              <a:defRPr sz="7680"/>
            </a:lvl2pPr>
            <a:lvl3pPr marL="4389120" indent="0">
              <a:buNone/>
              <a:defRPr sz="7680"/>
            </a:lvl3pPr>
            <a:lvl4pPr marL="6583680" indent="0">
              <a:buNone/>
              <a:defRPr sz="7680"/>
            </a:lvl4pPr>
            <a:lvl5pPr marL="8778240" indent="0">
              <a:buNone/>
              <a:defRPr sz="7680"/>
            </a:lvl5pPr>
            <a:lvl6pPr marL="10972800" indent="0">
              <a:buNone/>
              <a:defRPr sz="7680"/>
            </a:lvl6pPr>
            <a:lvl7pPr marL="13167360" indent="0">
              <a:buNone/>
              <a:defRPr sz="7680"/>
            </a:lvl7pPr>
            <a:lvl8pPr marL="15361920" indent="0">
              <a:buNone/>
              <a:defRPr sz="7680"/>
            </a:lvl8pPr>
            <a:lvl9pPr marL="17556480" indent="0">
              <a:buNone/>
              <a:defRPr sz="7680"/>
            </a:lvl9pPr>
          </a:lstStyle>
          <a:p>
            <a:r>
              <a:rPr lang="en-US"/>
              <a:t>Click icon to add picture</a:t>
            </a:r>
            <a:endParaRPr lang="en-US" dirty="0"/>
          </a:p>
        </p:txBody>
      </p:sp>
      <p:sp>
        <p:nvSpPr>
          <p:cNvPr id="9" name="Text Placeholder 9"/>
          <p:cNvSpPr>
            <a:spLocks noGrp="1"/>
          </p:cNvSpPr>
          <p:nvPr>
            <p:ph type="body" sz="quarter" idx="14"/>
          </p:nvPr>
        </p:nvSpPr>
        <p:spPr>
          <a:xfrm>
            <a:off x="3657609" y="18450562"/>
            <a:ext cx="34950394" cy="2194560"/>
          </a:xfrm>
        </p:spPr>
        <p:txBody>
          <a:bodyPr anchor="t">
            <a:normAutofit/>
          </a:bodyPr>
          <a:lstStyle>
            <a:lvl1pPr marL="0" indent="0">
              <a:buFontTx/>
              <a:buNone/>
              <a:defRPr sz="7680"/>
            </a:lvl1pPr>
            <a:lvl2pPr marL="2194560" indent="0">
              <a:buFontTx/>
              <a:buNone/>
              <a:defRPr/>
            </a:lvl2pPr>
            <a:lvl3pPr marL="4389120" indent="0">
              <a:buFontTx/>
              <a:buNone/>
              <a:defRPr/>
            </a:lvl3pPr>
            <a:lvl4pPr marL="6583680" indent="0">
              <a:buFontTx/>
              <a:buNone/>
              <a:defRPr/>
            </a:lvl4pPr>
            <a:lvl5pPr marL="8778240" indent="0">
              <a:buFontTx/>
              <a:buNone/>
              <a:defRPr/>
            </a:lvl5pPr>
          </a:lstStyle>
          <a:p>
            <a:pPr lvl="0"/>
            <a:r>
              <a:rPr lang="en-US"/>
              <a:t>Edit Master text styles</a:t>
            </a:r>
          </a:p>
        </p:txBody>
      </p:sp>
      <p:sp>
        <p:nvSpPr>
          <p:cNvPr id="3" name="Date Placeholder 2"/>
          <p:cNvSpPr>
            <a:spLocks noGrp="1"/>
          </p:cNvSpPr>
          <p:nvPr>
            <p:ph type="dt" sz="half" idx="10"/>
          </p:nvPr>
        </p:nvSpPr>
        <p:spPr/>
        <p:txBody>
          <a:bodyPr/>
          <a:lstStyle/>
          <a:p>
            <a:fld id="{032B171B-4AA7-44CE-AA86-B2A522F311DA}" type="datetimeFigureOut">
              <a:rPr lang="en-US" smtClean="0"/>
              <a:t>12/9/21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F2BC631-2A0C-4449-8864-81781CFCD92A}" type="slidenum">
              <a:rPr lang="en-US" smtClean="0"/>
              <a:t>‹#›</a:t>
            </a:fld>
            <a:endParaRPr lang="en-US"/>
          </a:p>
        </p:txBody>
      </p:sp>
    </p:spTree>
    <p:extLst>
      <p:ext uri="{BB962C8B-B14F-4D97-AF65-F5344CB8AC3E}">
        <p14:creationId xmlns:p14="http://schemas.microsoft.com/office/powerpoint/2010/main" val="14346846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0" y="2560320"/>
            <a:ext cx="38770560" cy="13898880"/>
          </a:xfrm>
        </p:spPr>
        <p:txBody>
          <a:bodyPr anchor="ctr">
            <a:normAutofit/>
          </a:bodyPr>
          <a:lstStyle>
            <a:lvl1pPr algn="l">
              <a:defRPr sz="13440" b="0" cap="all"/>
            </a:lvl1pPr>
          </a:lstStyle>
          <a:p>
            <a:r>
              <a:rPr lang="en-US"/>
              <a:t>Click to edit Master title style</a:t>
            </a:r>
            <a:endParaRPr lang="en-US" dirty="0"/>
          </a:p>
        </p:txBody>
      </p:sp>
      <p:sp>
        <p:nvSpPr>
          <p:cNvPr id="3" name="Text Placeholder 2"/>
          <p:cNvSpPr>
            <a:spLocks noGrp="1"/>
          </p:cNvSpPr>
          <p:nvPr>
            <p:ph type="body" idx="1"/>
          </p:nvPr>
        </p:nvSpPr>
        <p:spPr>
          <a:xfrm>
            <a:off x="2560320" y="19751040"/>
            <a:ext cx="30641050" cy="9144000"/>
          </a:xfrm>
        </p:spPr>
        <p:txBody>
          <a:bodyPr anchor="ctr">
            <a:normAutofit/>
          </a:bodyPr>
          <a:lstStyle>
            <a:lvl1pPr marL="0" indent="0" algn="l">
              <a:buNone/>
              <a:defRPr sz="8640">
                <a:solidFill>
                  <a:schemeClr val="bg2">
                    <a:lumMod val="75000"/>
                  </a:schemeClr>
                </a:solidFill>
              </a:defRPr>
            </a:lvl1pPr>
            <a:lvl2pPr marL="2194560" indent="0">
              <a:buNone/>
              <a:defRPr sz="8640">
                <a:solidFill>
                  <a:schemeClr val="tx1">
                    <a:tint val="75000"/>
                  </a:schemeClr>
                </a:solidFill>
              </a:defRPr>
            </a:lvl2pPr>
            <a:lvl3pPr marL="4389120" indent="0">
              <a:buNone/>
              <a:defRPr sz="7680">
                <a:solidFill>
                  <a:schemeClr val="tx1">
                    <a:tint val="75000"/>
                  </a:schemeClr>
                </a:solidFill>
              </a:defRPr>
            </a:lvl3pPr>
            <a:lvl4pPr marL="6583680" indent="0">
              <a:buNone/>
              <a:defRPr sz="6720">
                <a:solidFill>
                  <a:schemeClr val="tx1">
                    <a:tint val="75000"/>
                  </a:schemeClr>
                </a:solidFill>
              </a:defRPr>
            </a:lvl4pPr>
            <a:lvl5pPr marL="8778240" indent="0">
              <a:buNone/>
              <a:defRPr sz="6720">
                <a:solidFill>
                  <a:schemeClr val="tx1">
                    <a:tint val="75000"/>
                  </a:schemeClr>
                </a:solidFill>
              </a:defRPr>
            </a:lvl5pPr>
            <a:lvl6pPr marL="10972800" indent="0">
              <a:buNone/>
              <a:defRPr sz="6720">
                <a:solidFill>
                  <a:schemeClr val="tx1">
                    <a:tint val="75000"/>
                  </a:schemeClr>
                </a:solidFill>
              </a:defRPr>
            </a:lvl6pPr>
            <a:lvl7pPr marL="13167360" indent="0">
              <a:buNone/>
              <a:defRPr sz="6720">
                <a:solidFill>
                  <a:schemeClr val="tx1">
                    <a:tint val="75000"/>
                  </a:schemeClr>
                </a:solidFill>
              </a:defRPr>
            </a:lvl7pPr>
            <a:lvl8pPr marL="15361920" indent="0">
              <a:buNone/>
              <a:defRPr sz="6720">
                <a:solidFill>
                  <a:schemeClr val="tx1">
                    <a:tint val="75000"/>
                  </a:schemeClr>
                </a:solidFill>
              </a:defRPr>
            </a:lvl8pPr>
            <a:lvl9pPr marL="17556480" indent="0">
              <a:buNone/>
              <a:defRPr sz="672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32B171B-4AA7-44CE-AA86-B2A522F311DA}" type="datetimeFigureOut">
              <a:rPr lang="en-US" smtClean="0"/>
              <a:t>12/9/21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2BC631-2A0C-4449-8864-81781CFCD92A}" type="slidenum">
              <a:rPr lang="en-US" smtClean="0"/>
              <a:t>‹#›</a:t>
            </a:fld>
            <a:endParaRPr lang="en-US"/>
          </a:p>
        </p:txBody>
      </p:sp>
    </p:spTree>
    <p:extLst>
      <p:ext uri="{BB962C8B-B14F-4D97-AF65-F5344CB8AC3E}">
        <p14:creationId xmlns:p14="http://schemas.microsoft.com/office/powerpoint/2010/main" val="12584622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110161" y="2560320"/>
            <a:ext cx="32926978" cy="13898880"/>
          </a:xfrm>
        </p:spPr>
        <p:txBody>
          <a:bodyPr anchor="ctr">
            <a:normAutofit/>
          </a:bodyPr>
          <a:lstStyle>
            <a:lvl1pPr algn="l">
              <a:defRPr sz="1344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5120642" y="16459200"/>
            <a:ext cx="30731842" cy="2316480"/>
          </a:xfrm>
        </p:spPr>
        <p:txBody>
          <a:bodyPr anchor="ctr"/>
          <a:lstStyle>
            <a:lvl1pPr marL="0" indent="0">
              <a:buFontTx/>
              <a:buNone/>
              <a:defRPr/>
            </a:lvl1pPr>
            <a:lvl2pPr marL="2194560" indent="0">
              <a:buFontTx/>
              <a:buNone/>
              <a:defRPr/>
            </a:lvl2pPr>
            <a:lvl3pPr marL="4389120" indent="0">
              <a:buFontTx/>
              <a:buNone/>
              <a:defRPr/>
            </a:lvl3pPr>
            <a:lvl4pPr marL="6583680" indent="0">
              <a:buFontTx/>
              <a:buNone/>
              <a:defRPr/>
            </a:lvl4pPr>
            <a:lvl5pPr marL="8778240" indent="0">
              <a:buFontTx/>
              <a:buNone/>
              <a:defRPr/>
            </a:lvl5pPr>
          </a:lstStyle>
          <a:p>
            <a:pPr lvl="0"/>
            <a:r>
              <a:rPr lang="en-US"/>
              <a:t>Edit Master text styles</a:t>
            </a:r>
          </a:p>
        </p:txBody>
      </p:sp>
      <p:sp>
        <p:nvSpPr>
          <p:cNvPr id="3" name="Text Placeholder 2"/>
          <p:cNvSpPr>
            <a:spLocks noGrp="1"/>
          </p:cNvSpPr>
          <p:nvPr>
            <p:ph type="body" idx="1"/>
          </p:nvPr>
        </p:nvSpPr>
        <p:spPr>
          <a:xfrm>
            <a:off x="2560322" y="20645136"/>
            <a:ext cx="30635333" cy="8249904"/>
          </a:xfrm>
        </p:spPr>
        <p:txBody>
          <a:bodyPr anchor="ctr">
            <a:normAutofit/>
          </a:bodyPr>
          <a:lstStyle>
            <a:lvl1pPr marL="0" indent="0" algn="l">
              <a:buNone/>
              <a:defRPr sz="9600">
                <a:solidFill>
                  <a:schemeClr val="bg2">
                    <a:lumMod val="75000"/>
                  </a:schemeClr>
                </a:solidFill>
              </a:defRPr>
            </a:lvl1pPr>
            <a:lvl2pPr marL="2194560" indent="0">
              <a:buNone/>
              <a:defRPr sz="8640">
                <a:solidFill>
                  <a:schemeClr val="tx1">
                    <a:tint val="75000"/>
                  </a:schemeClr>
                </a:solidFill>
              </a:defRPr>
            </a:lvl2pPr>
            <a:lvl3pPr marL="4389120" indent="0">
              <a:buNone/>
              <a:defRPr sz="7680">
                <a:solidFill>
                  <a:schemeClr val="tx1">
                    <a:tint val="75000"/>
                  </a:schemeClr>
                </a:solidFill>
              </a:defRPr>
            </a:lvl3pPr>
            <a:lvl4pPr marL="6583680" indent="0">
              <a:buNone/>
              <a:defRPr sz="6720">
                <a:solidFill>
                  <a:schemeClr val="tx1">
                    <a:tint val="75000"/>
                  </a:schemeClr>
                </a:solidFill>
              </a:defRPr>
            </a:lvl4pPr>
            <a:lvl5pPr marL="8778240" indent="0">
              <a:buNone/>
              <a:defRPr sz="6720">
                <a:solidFill>
                  <a:schemeClr val="tx1">
                    <a:tint val="75000"/>
                  </a:schemeClr>
                </a:solidFill>
              </a:defRPr>
            </a:lvl5pPr>
            <a:lvl6pPr marL="10972800" indent="0">
              <a:buNone/>
              <a:defRPr sz="6720">
                <a:solidFill>
                  <a:schemeClr val="tx1">
                    <a:tint val="75000"/>
                  </a:schemeClr>
                </a:solidFill>
              </a:defRPr>
            </a:lvl6pPr>
            <a:lvl7pPr marL="13167360" indent="0">
              <a:buNone/>
              <a:defRPr sz="6720">
                <a:solidFill>
                  <a:schemeClr val="tx1">
                    <a:tint val="75000"/>
                  </a:schemeClr>
                </a:solidFill>
              </a:defRPr>
            </a:lvl7pPr>
            <a:lvl8pPr marL="15361920" indent="0">
              <a:buNone/>
              <a:defRPr sz="6720">
                <a:solidFill>
                  <a:schemeClr val="tx1">
                    <a:tint val="75000"/>
                  </a:schemeClr>
                </a:solidFill>
              </a:defRPr>
            </a:lvl8pPr>
            <a:lvl9pPr marL="17556480" indent="0">
              <a:buNone/>
              <a:defRPr sz="672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32B171B-4AA7-44CE-AA86-B2A522F311DA}" type="datetimeFigureOut">
              <a:rPr lang="en-US" smtClean="0"/>
              <a:t>12/9/21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2BC631-2A0C-4449-8864-81781CFCD92A}" type="slidenum">
              <a:rPr lang="en-US" smtClean="0"/>
              <a:t>‹#›</a:t>
            </a:fld>
            <a:endParaRPr lang="en-US"/>
          </a:p>
        </p:txBody>
      </p:sp>
      <p:sp>
        <p:nvSpPr>
          <p:cNvPr id="14" name="TextBox 13"/>
          <p:cNvSpPr txBox="1"/>
          <p:nvPr/>
        </p:nvSpPr>
        <p:spPr>
          <a:xfrm>
            <a:off x="1097283" y="3410995"/>
            <a:ext cx="2195131" cy="2806925"/>
          </a:xfrm>
          <a:prstGeom prst="rect">
            <a:avLst/>
          </a:prstGeom>
        </p:spPr>
        <p:txBody>
          <a:bodyPr vert="horz" lIns="438912" tIns="219456" rIns="438912" bIns="219456" rtlCol="0" anchor="ctr">
            <a:noAutofit/>
          </a:bodyPr>
          <a:lstStyle/>
          <a:p>
            <a:pPr lvl="0"/>
            <a:r>
              <a:rPr lang="en-US" sz="38400" dirty="0">
                <a:solidFill>
                  <a:schemeClr val="tx1"/>
                </a:solidFill>
                <a:effectLst/>
              </a:rPr>
              <a:t>“</a:t>
            </a:r>
          </a:p>
        </p:txBody>
      </p:sp>
      <p:sp>
        <p:nvSpPr>
          <p:cNvPr id="15" name="TextBox 14"/>
          <p:cNvSpPr txBox="1"/>
          <p:nvPr/>
        </p:nvSpPr>
        <p:spPr>
          <a:xfrm>
            <a:off x="36941763" y="13289285"/>
            <a:ext cx="2195131" cy="2806925"/>
          </a:xfrm>
          <a:prstGeom prst="rect">
            <a:avLst/>
          </a:prstGeom>
        </p:spPr>
        <p:txBody>
          <a:bodyPr vert="horz" lIns="438912" tIns="219456" rIns="438912" bIns="219456" rtlCol="0" anchor="ctr">
            <a:noAutofit/>
          </a:bodyPr>
          <a:lstStyle/>
          <a:p>
            <a:pPr lvl="0" algn="r"/>
            <a:r>
              <a:rPr lang="en-US" sz="38400" dirty="0">
                <a:solidFill>
                  <a:schemeClr val="tx1"/>
                </a:solidFill>
                <a:effectLst/>
              </a:rPr>
              <a:t>”</a:t>
            </a:r>
          </a:p>
        </p:txBody>
      </p:sp>
    </p:spTree>
    <p:extLst>
      <p:ext uri="{BB962C8B-B14F-4D97-AF65-F5344CB8AC3E}">
        <p14:creationId xmlns:p14="http://schemas.microsoft.com/office/powerpoint/2010/main" val="1089848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60322" y="16459200"/>
            <a:ext cx="30635333" cy="8147520"/>
          </a:xfrm>
        </p:spPr>
        <p:txBody>
          <a:bodyPr anchor="b">
            <a:normAutofit/>
          </a:bodyPr>
          <a:lstStyle>
            <a:lvl1pPr algn="l">
              <a:defRPr sz="13440" b="0" cap="all"/>
            </a:lvl1pPr>
          </a:lstStyle>
          <a:p>
            <a:r>
              <a:rPr lang="en-US"/>
              <a:t>Click to edit Master title style</a:t>
            </a:r>
            <a:endParaRPr lang="en-US" dirty="0"/>
          </a:p>
        </p:txBody>
      </p:sp>
      <p:sp>
        <p:nvSpPr>
          <p:cNvPr id="3" name="Text Placeholder 2"/>
          <p:cNvSpPr>
            <a:spLocks noGrp="1"/>
          </p:cNvSpPr>
          <p:nvPr>
            <p:ph type="body" idx="1"/>
          </p:nvPr>
        </p:nvSpPr>
        <p:spPr>
          <a:xfrm>
            <a:off x="2560320" y="24638307"/>
            <a:ext cx="30641050" cy="4256731"/>
          </a:xfrm>
        </p:spPr>
        <p:txBody>
          <a:bodyPr anchor="t">
            <a:normAutofit/>
          </a:bodyPr>
          <a:lstStyle>
            <a:lvl1pPr marL="0" indent="0" algn="l">
              <a:buNone/>
              <a:defRPr sz="8640">
                <a:solidFill>
                  <a:schemeClr val="bg2">
                    <a:lumMod val="75000"/>
                  </a:schemeClr>
                </a:solidFill>
              </a:defRPr>
            </a:lvl1pPr>
            <a:lvl2pPr marL="2194560" indent="0">
              <a:buNone/>
              <a:defRPr sz="8640">
                <a:solidFill>
                  <a:schemeClr val="tx1">
                    <a:tint val="75000"/>
                  </a:schemeClr>
                </a:solidFill>
              </a:defRPr>
            </a:lvl2pPr>
            <a:lvl3pPr marL="4389120" indent="0">
              <a:buNone/>
              <a:defRPr sz="7680">
                <a:solidFill>
                  <a:schemeClr val="tx1">
                    <a:tint val="75000"/>
                  </a:schemeClr>
                </a:solidFill>
              </a:defRPr>
            </a:lvl3pPr>
            <a:lvl4pPr marL="6583680" indent="0">
              <a:buNone/>
              <a:defRPr sz="6720">
                <a:solidFill>
                  <a:schemeClr val="tx1">
                    <a:tint val="75000"/>
                  </a:schemeClr>
                </a:solidFill>
              </a:defRPr>
            </a:lvl4pPr>
            <a:lvl5pPr marL="8778240" indent="0">
              <a:buNone/>
              <a:defRPr sz="6720">
                <a:solidFill>
                  <a:schemeClr val="tx1">
                    <a:tint val="75000"/>
                  </a:schemeClr>
                </a:solidFill>
              </a:defRPr>
            </a:lvl5pPr>
            <a:lvl6pPr marL="10972800" indent="0">
              <a:buNone/>
              <a:defRPr sz="6720">
                <a:solidFill>
                  <a:schemeClr val="tx1">
                    <a:tint val="75000"/>
                  </a:schemeClr>
                </a:solidFill>
              </a:defRPr>
            </a:lvl6pPr>
            <a:lvl7pPr marL="13167360" indent="0">
              <a:buNone/>
              <a:defRPr sz="6720">
                <a:solidFill>
                  <a:schemeClr val="tx1">
                    <a:tint val="75000"/>
                  </a:schemeClr>
                </a:solidFill>
              </a:defRPr>
            </a:lvl7pPr>
            <a:lvl8pPr marL="15361920" indent="0">
              <a:buNone/>
              <a:defRPr sz="6720">
                <a:solidFill>
                  <a:schemeClr val="tx1">
                    <a:tint val="75000"/>
                  </a:schemeClr>
                </a:solidFill>
              </a:defRPr>
            </a:lvl8pPr>
            <a:lvl9pPr marL="17556480" indent="0">
              <a:buNone/>
              <a:defRPr sz="672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32B171B-4AA7-44CE-AA86-B2A522F311DA}" type="datetimeFigureOut">
              <a:rPr lang="en-US" smtClean="0"/>
              <a:t>12/9/21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2BC631-2A0C-4449-8864-81781CFCD92A}" type="slidenum">
              <a:rPr lang="en-US" smtClean="0"/>
              <a:t>‹#›</a:t>
            </a:fld>
            <a:endParaRPr lang="en-US"/>
          </a:p>
        </p:txBody>
      </p:sp>
    </p:spTree>
    <p:extLst>
      <p:ext uri="{BB962C8B-B14F-4D97-AF65-F5344CB8AC3E}">
        <p14:creationId xmlns:p14="http://schemas.microsoft.com/office/powerpoint/2010/main" val="33311643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4110163" y="2560320"/>
            <a:ext cx="32926973" cy="13898880"/>
          </a:xfrm>
        </p:spPr>
        <p:txBody>
          <a:bodyPr anchor="ctr">
            <a:normAutofit/>
          </a:bodyPr>
          <a:lstStyle>
            <a:lvl1pPr algn="l">
              <a:defRPr sz="1344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560322" y="18653760"/>
            <a:ext cx="30635333" cy="5039357"/>
          </a:xfrm>
        </p:spPr>
        <p:txBody>
          <a:bodyPr vert="horz" lIns="91440" tIns="45720" rIns="91440" bIns="45720" rtlCol="0" anchor="b">
            <a:normAutofit/>
          </a:bodyPr>
          <a:lstStyle>
            <a:lvl1pPr>
              <a:buNone/>
              <a:defRPr lang="en-US" sz="9600" b="0" cap="all"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2560320" y="23774400"/>
            <a:ext cx="30635328" cy="5120640"/>
          </a:xfrm>
        </p:spPr>
        <p:txBody>
          <a:bodyPr anchor="t">
            <a:normAutofit/>
          </a:bodyPr>
          <a:lstStyle>
            <a:lvl1pPr marL="0" indent="0" algn="l">
              <a:buNone/>
              <a:defRPr sz="8640">
                <a:solidFill>
                  <a:schemeClr val="bg2">
                    <a:lumMod val="75000"/>
                  </a:schemeClr>
                </a:solidFill>
              </a:defRPr>
            </a:lvl1pPr>
            <a:lvl2pPr marL="2194560" indent="0">
              <a:buNone/>
              <a:defRPr sz="8640">
                <a:solidFill>
                  <a:schemeClr val="tx1">
                    <a:tint val="75000"/>
                  </a:schemeClr>
                </a:solidFill>
              </a:defRPr>
            </a:lvl2pPr>
            <a:lvl3pPr marL="4389120" indent="0">
              <a:buNone/>
              <a:defRPr sz="7680">
                <a:solidFill>
                  <a:schemeClr val="tx1">
                    <a:tint val="75000"/>
                  </a:schemeClr>
                </a:solidFill>
              </a:defRPr>
            </a:lvl3pPr>
            <a:lvl4pPr marL="6583680" indent="0">
              <a:buNone/>
              <a:defRPr sz="6720">
                <a:solidFill>
                  <a:schemeClr val="tx1">
                    <a:tint val="75000"/>
                  </a:schemeClr>
                </a:solidFill>
              </a:defRPr>
            </a:lvl4pPr>
            <a:lvl5pPr marL="8778240" indent="0">
              <a:buNone/>
              <a:defRPr sz="6720">
                <a:solidFill>
                  <a:schemeClr val="tx1">
                    <a:tint val="75000"/>
                  </a:schemeClr>
                </a:solidFill>
              </a:defRPr>
            </a:lvl5pPr>
            <a:lvl6pPr marL="10972800" indent="0">
              <a:buNone/>
              <a:defRPr sz="6720">
                <a:solidFill>
                  <a:schemeClr val="tx1">
                    <a:tint val="75000"/>
                  </a:schemeClr>
                </a:solidFill>
              </a:defRPr>
            </a:lvl6pPr>
            <a:lvl7pPr marL="13167360" indent="0">
              <a:buNone/>
              <a:defRPr sz="6720">
                <a:solidFill>
                  <a:schemeClr val="tx1">
                    <a:tint val="75000"/>
                  </a:schemeClr>
                </a:solidFill>
              </a:defRPr>
            </a:lvl7pPr>
            <a:lvl8pPr marL="15361920" indent="0">
              <a:buNone/>
              <a:defRPr sz="6720">
                <a:solidFill>
                  <a:schemeClr val="tx1">
                    <a:tint val="75000"/>
                  </a:schemeClr>
                </a:solidFill>
              </a:defRPr>
            </a:lvl8pPr>
            <a:lvl9pPr marL="17556480" indent="0">
              <a:buNone/>
              <a:defRPr sz="672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32B171B-4AA7-44CE-AA86-B2A522F311DA}" type="datetimeFigureOut">
              <a:rPr lang="en-US" smtClean="0"/>
              <a:t>12/9/21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2BC631-2A0C-4449-8864-81781CFCD92A}" type="slidenum">
              <a:rPr lang="en-US" smtClean="0"/>
              <a:t>‹#›</a:t>
            </a:fld>
            <a:endParaRPr lang="en-US"/>
          </a:p>
        </p:txBody>
      </p:sp>
      <p:sp>
        <p:nvSpPr>
          <p:cNvPr id="14" name="TextBox 13"/>
          <p:cNvSpPr txBox="1"/>
          <p:nvPr/>
        </p:nvSpPr>
        <p:spPr>
          <a:xfrm>
            <a:off x="1097283" y="3410995"/>
            <a:ext cx="2195131" cy="2806925"/>
          </a:xfrm>
          <a:prstGeom prst="rect">
            <a:avLst/>
          </a:prstGeom>
        </p:spPr>
        <p:txBody>
          <a:bodyPr vert="horz" lIns="438912" tIns="219456" rIns="438912" bIns="219456" rtlCol="0" anchor="ctr">
            <a:noAutofit/>
          </a:bodyPr>
          <a:lstStyle/>
          <a:p>
            <a:pPr lvl="0"/>
            <a:r>
              <a:rPr lang="en-US" sz="38400" dirty="0">
                <a:solidFill>
                  <a:schemeClr val="tx1"/>
                </a:solidFill>
                <a:effectLst/>
              </a:rPr>
              <a:t>“</a:t>
            </a:r>
          </a:p>
        </p:txBody>
      </p:sp>
      <p:sp>
        <p:nvSpPr>
          <p:cNvPr id="15" name="TextBox 14"/>
          <p:cNvSpPr txBox="1"/>
          <p:nvPr/>
        </p:nvSpPr>
        <p:spPr>
          <a:xfrm>
            <a:off x="36941763" y="13289285"/>
            <a:ext cx="2195131" cy="2806925"/>
          </a:xfrm>
          <a:prstGeom prst="rect">
            <a:avLst/>
          </a:prstGeom>
        </p:spPr>
        <p:txBody>
          <a:bodyPr vert="horz" lIns="438912" tIns="219456" rIns="438912" bIns="219456" rtlCol="0" anchor="ctr">
            <a:noAutofit/>
          </a:bodyPr>
          <a:lstStyle/>
          <a:p>
            <a:pPr lvl="0" algn="r"/>
            <a:r>
              <a:rPr lang="en-US" sz="38400" dirty="0">
                <a:solidFill>
                  <a:schemeClr val="tx1"/>
                </a:solidFill>
                <a:effectLst/>
              </a:rPr>
              <a:t>”</a:t>
            </a:r>
          </a:p>
        </p:txBody>
      </p:sp>
    </p:spTree>
    <p:extLst>
      <p:ext uri="{BB962C8B-B14F-4D97-AF65-F5344CB8AC3E}">
        <p14:creationId xmlns:p14="http://schemas.microsoft.com/office/powerpoint/2010/main" val="40627077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60320" y="2560320"/>
            <a:ext cx="36123158" cy="13898880"/>
          </a:xfrm>
        </p:spPr>
        <p:txBody>
          <a:bodyPr vert="horz" lIns="91440" tIns="45720" rIns="91440" bIns="45720" rtlCol="0" anchor="ctr">
            <a:normAutofit/>
          </a:bodyPr>
          <a:lstStyle>
            <a:lvl1pPr>
              <a:defRPr lang="en-US" sz="13440"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2560322" y="18856963"/>
            <a:ext cx="30635333" cy="4023360"/>
          </a:xfrm>
        </p:spPr>
        <p:txBody>
          <a:bodyPr vert="horz" lIns="91440" tIns="45720" rIns="91440" bIns="45720" rtlCol="0" anchor="b">
            <a:normAutofit/>
          </a:bodyPr>
          <a:lstStyle>
            <a:lvl1pPr>
              <a:buNone/>
              <a:defRPr lang="en-US" sz="9600" b="0" cap="all"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2560320" y="22880330"/>
            <a:ext cx="30635328" cy="6014712"/>
          </a:xfrm>
        </p:spPr>
        <p:txBody>
          <a:bodyPr anchor="t">
            <a:normAutofit/>
          </a:bodyPr>
          <a:lstStyle>
            <a:lvl1pPr marL="0" indent="0" algn="l">
              <a:buNone/>
              <a:defRPr sz="8640">
                <a:solidFill>
                  <a:schemeClr val="bg2">
                    <a:lumMod val="75000"/>
                  </a:schemeClr>
                </a:solidFill>
              </a:defRPr>
            </a:lvl1pPr>
            <a:lvl2pPr marL="2194560" indent="0">
              <a:buNone/>
              <a:defRPr sz="8640">
                <a:solidFill>
                  <a:schemeClr val="tx1">
                    <a:tint val="75000"/>
                  </a:schemeClr>
                </a:solidFill>
              </a:defRPr>
            </a:lvl2pPr>
            <a:lvl3pPr marL="4389120" indent="0">
              <a:buNone/>
              <a:defRPr sz="7680">
                <a:solidFill>
                  <a:schemeClr val="tx1">
                    <a:tint val="75000"/>
                  </a:schemeClr>
                </a:solidFill>
              </a:defRPr>
            </a:lvl3pPr>
            <a:lvl4pPr marL="6583680" indent="0">
              <a:buNone/>
              <a:defRPr sz="6720">
                <a:solidFill>
                  <a:schemeClr val="tx1">
                    <a:tint val="75000"/>
                  </a:schemeClr>
                </a:solidFill>
              </a:defRPr>
            </a:lvl4pPr>
            <a:lvl5pPr marL="8778240" indent="0">
              <a:buNone/>
              <a:defRPr sz="6720">
                <a:solidFill>
                  <a:schemeClr val="tx1">
                    <a:tint val="75000"/>
                  </a:schemeClr>
                </a:solidFill>
              </a:defRPr>
            </a:lvl5pPr>
            <a:lvl6pPr marL="10972800" indent="0">
              <a:buNone/>
              <a:defRPr sz="6720">
                <a:solidFill>
                  <a:schemeClr val="tx1">
                    <a:tint val="75000"/>
                  </a:schemeClr>
                </a:solidFill>
              </a:defRPr>
            </a:lvl6pPr>
            <a:lvl7pPr marL="13167360" indent="0">
              <a:buNone/>
              <a:defRPr sz="6720">
                <a:solidFill>
                  <a:schemeClr val="tx1">
                    <a:tint val="75000"/>
                  </a:schemeClr>
                </a:solidFill>
              </a:defRPr>
            </a:lvl7pPr>
            <a:lvl8pPr marL="15361920" indent="0">
              <a:buNone/>
              <a:defRPr sz="6720">
                <a:solidFill>
                  <a:schemeClr val="tx1">
                    <a:tint val="75000"/>
                  </a:schemeClr>
                </a:solidFill>
              </a:defRPr>
            </a:lvl8pPr>
            <a:lvl9pPr marL="17556480" indent="0">
              <a:buNone/>
              <a:defRPr sz="672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32B171B-4AA7-44CE-AA86-B2A522F311DA}" type="datetimeFigureOut">
              <a:rPr lang="en-US" smtClean="0"/>
              <a:t>12/9/21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2BC631-2A0C-4449-8864-81781CFCD92A}" type="slidenum">
              <a:rPr lang="en-US" smtClean="0"/>
              <a:t>‹#›</a:t>
            </a:fld>
            <a:endParaRPr lang="en-US"/>
          </a:p>
        </p:txBody>
      </p:sp>
    </p:spTree>
    <p:extLst>
      <p:ext uri="{BB962C8B-B14F-4D97-AF65-F5344CB8AC3E}">
        <p14:creationId xmlns:p14="http://schemas.microsoft.com/office/powerpoint/2010/main" val="15791279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2560322" y="21579840"/>
            <a:ext cx="31463362" cy="7315200"/>
          </a:xfrm>
        </p:spPr>
        <p:txBody>
          <a:bodyPr>
            <a:normAutofit/>
          </a:bodyPr>
          <a:lstStyle>
            <a:lvl1pPr algn="l">
              <a:defRPr sz="13440"/>
            </a:lvl1pPr>
          </a:lstStyle>
          <a:p>
            <a:r>
              <a:rPr lang="en-US"/>
              <a:t>Click to edit Master title style</a:t>
            </a:r>
            <a:endParaRPr lang="en-US" dirty="0"/>
          </a:p>
        </p:txBody>
      </p:sp>
      <p:sp>
        <p:nvSpPr>
          <p:cNvPr id="3" name="Vertical Text Placeholder 2"/>
          <p:cNvSpPr>
            <a:spLocks noGrp="1"/>
          </p:cNvSpPr>
          <p:nvPr>
            <p:ph type="body" orient="vert" idx="1"/>
          </p:nvPr>
        </p:nvSpPr>
        <p:spPr>
          <a:xfrm>
            <a:off x="2560322" y="2560325"/>
            <a:ext cx="31463362" cy="18084816"/>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32B171B-4AA7-44CE-AA86-B2A522F311DA}" type="datetimeFigureOut">
              <a:rPr lang="en-US" smtClean="0"/>
              <a:t>12/9/21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2BC631-2A0C-4449-8864-81781CFCD92A}" type="slidenum">
              <a:rPr lang="en-US" smtClean="0"/>
              <a:t>‹#›</a:t>
            </a:fld>
            <a:endParaRPr lang="en-US"/>
          </a:p>
        </p:txBody>
      </p:sp>
    </p:spTree>
    <p:extLst>
      <p:ext uri="{BB962C8B-B14F-4D97-AF65-F5344CB8AC3E}">
        <p14:creationId xmlns:p14="http://schemas.microsoft.com/office/powerpoint/2010/main" val="79688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518749" y="2560320"/>
            <a:ext cx="9812131" cy="21214080"/>
          </a:xfrm>
        </p:spPr>
        <p:txBody>
          <a:bodyPr vert="eaVert">
            <a:normAutofit/>
          </a:bodyPr>
          <a:lstStyle>
            <a:lvl1pPr>
              <a:defRPr sz="13440"/>
            </a:lvl1pPr>
          </a:lstStyle>
          <a:p>
            <a:r>
              <a:rPr lang="en-US"/>
              <a:t>Click to edit Master title style</a:t>
            </a:r>
            <a:endParaRPr lang="en-US" dirty="0"/>
          </a:p>
        </p:txBody>
      </p:sp>
      <p:sp>
        <p:nvSpPr>
          <p:cNvPr id="3" name="Vertical Text Placeholder 2"/>
          <p:cNvSpPr>
            <a:spLocks noGrp="1"/>
          </p:cNvSpPr>
          <p:nvPr>
            <p:ph type="body" orient="vert" idx="1"/>
          </p:nvPr>
        </p:nvSpPr>
        <p:spPr>
          <a:xfrm>
            <a:off x="2560320" y="2560320"/>
            <a:ext cx="28080058" cy="26334720"/>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32B171B-4AA7-44CE-AA86-B2A522F311DA}" type="datetimeFigureOut">
              <a:rPr lang="en-US" smtClean="0"/>
              <a:t>12/9/21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2BC631-2A0C-4449-8864-81781CFCD92A}" type="slidenum">
              <a:rPr lang="en-US" smtClean="0"/>
              <a:t>‹#›</a:t>
            </a:fld>
            <a:endParaRPr lang="en-US"/>
          </a:p>
        </p:txBody>
      </p:sp>
    </p:spTree>
    <p:extLst>
      <p:ext uri="{BB962C8B-B14F-4D97-AF65-F5344CB8AC3E}">
        <p14:creationId xmlns:p14="http://schemas.microsoft.com/office/powerpoint/2010/main" val="34566150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32019240" y="18694404"/>
            <a:ext cx="11858189" cy="12760958"/>
            <a:chOff x="6687077" y="3259666"/>
            <a:chExt cx="2981857" cy="3208867"/>
          </a:xfrm>
        </p:grpSpPr>
        <p:cxnSp>
          <p:nvCxnSpPr>
            <p:cNvPr id="8" name="Straight Connector 7"/>
            <p:cNvCxnSpPr/>
            <p:nvPr/>
          </p:nvCxnSpPr>
          <p:spPr>
            <a:xfrm flipH="1">
              <a:off x="8756120" y="3259666"/>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6687077" y="3486677"/>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7772400" y="3581400"/>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7923214" y="3433394"/>
              <a:ext cx="1739738" cy="173974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8398935" y="3985317"/>
              <a:ext cx="1264017" cy="1264016"/>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2560322" y="21579840"/>
            <a:ext cx="31463362" cy="731520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560322" y="2560325"/>
            <a:ext cx="31463362" cy="18084816"/>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5665179" y="29626577"/>
            <a:ext cx="5762222" cy="1752600"/>
          </a:xfrm>
          <a:prstGeom prst="rect">
            <a:avLst/>
          </a:prstGeom>
        </p:spPr>
        <p:txBody>
          <a:bodyPr vert="horz" lIns="91440" tIns="45720" rIns="91440" bIns="45720" rtlCol="0" anchor="t"/>
          <a:lstStyle>
            <a:lvl1pPr algn="r">
              <a:defRPr sz="4800" b="0" i="0">
                <a:solidFill>
                  <a:schemeClr val="bg2">
                    <a:lumMod val="50000"/>
                  </a:schemeClr>
                </a:solidFill>
                <a:effectLst/>
                <a:latin typeface="+mn-lt"/>
              </a:defRPr>
            </a:lvl1pPr>
          </a:lstStyle>
          <a:p>
            <a:fld id="{032B171B-4AA7-44CE-AA86-B2A522F311DA}" type="datetimeFigureOut">
              <a:rPr lang="en-US" smtClean="0"/>
              <a:t>12/9/21</a:t>
            </a:fld>
            <a:endParaRPr lang="en-US"/>
          </a:p>
        </p:txBody>
      </p:sp>
      <p:sp>
        <p:nvSpPr>
          <p:cNvPr id="5" name="Footer Placeholder 4"/>
          <p:cNvSpPr>
            <a:spLocks noGrp="1"/>
          </p:cNvSpPr>
          <p:nvPr>
            <p:ph type="ftr" sz="quarter" idx="3"/>
          </p:nvPr>
        </p:nvSpPr>
        <p:spPr>
          <a:xfrm>
            <a:off x="2560320" y="29626562"/>
            <a:ext cx="27896275" cy="1752600"/>
          </a:xfrm>
          <a:prstGeom prst="rect">
            <a:avLst/>
          </a:prstGeom>
        </p:spPr>
        <p:txBody>
          <a:bodyPr vert="horz" lIns="91440" tIns="45720" rIns="91440" bIns="45720" rtlCol="0" anchor="t"/>
          <a:lstStyle>
            <a:lvl1pPr algn="l">
              <a:defRPr sz="4800" b="0" i="0">
                <a:solidFill>
                  <a:schemeClr val="bg2">
                    <a:lumMod val="50000"/>
                  </a:schemeClr>
                </a:solidFill>
                <a:effectLst/>
                <a:latin typeface="+mn-lt"/>
              </a:defRPr>
            </a:lvl1pPr>
          </a:lstStyle>
          <a:p>
            <a:endParaRPr lang="en-US"/>
          </a:p>
        </p:txBody>
      </p:sp>
      <p:sp>
        <p:nvSpPr>
          <p:cNvPr id="6" name="Slide Number Placeholder 5"/>
          <p:cNvSpPr>
            <a:spLocks noGrp="1"/>
          </p:cNvSpPr>
          <p:nvPr>
            <p:ph type="sldNum" sz="quarter" idx="4"/>
          </p:nvPr>
        </p:nvSpPr>
        <p:spPr>
          <a:xfrm>
            <a:off x="37317247" y="26776697"/>
            <a:ext cx="4113154" cy="3215640"/>
          </a:xfrm>
          <a:prstGeom prst="rect">
            <a:avLst/>
          </a:prstGeom>
        </p:spPr>
        <p:txBody>
          <a:bodyPr vert="horz" lIns="91440" tIns="45720" rIns="91440" bIns="45720" rtlCol="0" anchor="b"/>
          <a:lstStyle>
            <a:lvl1pPr algn="r">
              <a:defRPr sz="13440" b="0" i="0">
                <a:solidFill>
                  <a:schemeClr val="bg2">
                    <a:lumMod val="50000"/>
                  </a:schemeClr>
                </a:solidFill>
                <a:effectLst/>
                <a:latin typeface="+mn-lt"/>
              </a:defRPr>
            </a:lvl1pPr>
          </a:lstStyle>
          <a:p>
            <a:fld id="{EF2BC631-2A0C-4449-8864-81781CFCD92A}" type="slidenum">
              <a:rPr lang="en-US" smtClean="0"/>
              <a:t>‹#›</a:t>
            </a:fld>
            <a:endParaRPr lang="en-US"/>
          </a:p>
        </p:txBody>
      </p:sp>
    </p:spTree>
    <p:extLst>
      <p:ext uri="{BB962C8B-B14F-4D97-AF65-F5344CB8AC3E}">
        <p14:creationId xmlns:p14="http://schemas.microsoft.com/office/powerpoint/2010/main" val="1053708488"/>
      </p:ext>
    </p:extLst>
  </p:cSld>
  <p:clrMap bg1="dk1" tx1="lt1" bg2="dk2" tx2="lt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 id="2147483733" r:id="rId13"/>
    <p:sldLayoutId id="2147483734" r:id="rId14"/>
    <p:sldLayoutId id="2147483735" r:id="rId15"/>
    <p:sldLayoutId id="2147483736" r:id="rId16"/>
    <p:sldLayoutId id="2147483737" r:id="rId17"/>
  </p:sldLayoutIdLst>
  <p:txStyles>
    <p:titleStyle>
      <a:lvl1pPr algn="l" defTabSz="2194560" rtl="0" eaLnBrk="1" latinLnBrk="0" hangingPunct="1">
        <a:spcBef>
          <a:spcPct val="0"/>
        </a:spcBef>
        <a:buNone/>
        <a:defRPr sz="1536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1371600" indent="-1371600" algn="l" defTabSz="2194560" rtl="0" eaLnBrk="1" latinLnBrk="0" hangingPunct="1">
        <a:spcBef>
          <a:spcPct val="20000"/>
        </a:spcBef>
        <a:spcAft>
          <a:spcPts val="2880"/>
        </a:spcAft>
        <a:buClr>
          <a:schemeClr val="tx1"/>
        </a:buClr>
        <a:buSzPct val="80000"/>
        <a:buFont typeface="Wingdings 3" panose="05040102010807070707" pitchFamily="18" charset="2"/>
        <a:buChar char=""/>
        <a:defRPr sz="9600" kern="1200" cap="none">
          <a:solidFill>
            <a:schemeClr val="bg2">
              <a:lumMod val="75000"/>
            </a:schemeClr>
          </a:solidFill>
          <a:effectLst/>
          <a:latin typeface="+mn-lt"/>
          <a:ea typeface="+mn-ea"/>
          <a:cs typeface="+mn-cs"/>
        </a:defRPr>
      </a:lvl1pPr>
      <a:lvl2pPr marL="3566160" indent="-1371600" algn="l" defTabSz="2194560" rtl="0" eaLnBrk="1" latinLnBrk="0" hangingPunct="1">
        <a:spcBef>
          <a:spcPct val="20000"/>
        </a:spcBef>
        <a:spcAft>
          <a:spcPts val="2880"/>
        </a:spcAft>
        <a:buClr>
          <a:schemeClr val="tx1"/>
        </a:buClr>
        <a:buSzPct val="80000"/>
        <a:buFont typeface="Wingdings 3" panose="05040102010807070707" pitchFamily="18" charset="2"/>
        <a:buChar char=""/>
        <a:defRPr sz="8640" kern="1200" cap="none">
          <a:solidFill>
            <a:schemeClr val="bg2">
              <a:lumMod val="75000"/>
            </a:schemeClr>
          </a:solidFill>
          <a:effectLst/>
          <a:latin typeface="+mn-lt"/>
          <a:ea typeface="+mn-ea"/>
          <a:cs typeface="+mn-cs"/>
        </a:defRPr>
      </a:lvl2pPr>
      <a:lvl3pPr marL="5760720" indent="-1371600" algn="l" defTabSz="2194560" rtl="0" eaLnBrk="1" latinLnBrk="0" hangingPunct="1">
        <a:spcBef>
          <a:spcPct val="20000"/>
        </a:spcBef>
        <a:spcAft>
          <a:spcPts val="2880"/>
        </a:spcAft>
        <a:buClr>
          <a:schemeClr val="tx1"/>
        </a:buClr>
        <a:buSzPct val="80000"/>
        <a:buFont typeface="Wingdings 3" panose="05040102010807070707" pitchFamily="18" charset="2"/>
        <a:buChar char=""/>
        <a:defRPr sz="7680" kern="1200" cap="none">
          <a:solidFill>
            <a:schemeClr val="bg2">
              <a:lumMod val="75000"/>
            </a:schemeClr>
          </a:solidFill>
          <a:effectLst/>
          <a:latin typeface="+mn-lt"/>
          <a:ea typeface="+mn-ea"/>
          <a:cs typeface="+mn-cs"/>
        </a:defRPr>
      </a:lvl3pPr>
      <a:lvl4pPr marL="7406640" indent="-822960" algn="l" defTabSz="2194560" rtl="0" eaLnBrk="1" latinLnBrk="0" hangingPunct="1">
        <a:spcBef>
          <a:spcPct val="20000"/>
        </a:spcBef>
        <a:spcAft>
          <a:spcPts val="2880"/>
        </a:spcAft>
        <a:buClr>
          <a:schemeClr val="tx1"/>
        </a:buClr>
        <a:buSzPct val="80000"/>
        <a:buFont typeface="Wingdings 3" panose="05040102010807070707" pitchFamily="18" charset="2"/>
        <a:buChar char=""/>
        <a:defRPr sz="6720" kern="1200" cap="none">
          <a:solidFill>
            <a:schemeClr val="bg2">
              <a:lumMod val="75000"/>
            </a:schemeClr>
          </a:solidFill>
          <a:effectLst/>
          <a:latin typeface="+mn-lt"/>
          <a:ea typeface="+mn-ea"/>
          <a:cs typeface="+mn-cs"/>
        </a:defRPr>
      </a:lvl4pPr>
      <a:lvl5pPr marL="9601200" indent="-822960" algn="l" defTabSz="2194560" rtl="0" eaLnBrk="1" latinLnBrk="0" hangingPunct="1">
        <a:spcBef>
          <a:spcPct val="20000"/>
        </a:spcBef>
        <a:spcAft>
          <a:spcPts val="2880"/>
        </a:spcAft>
        <a:buClr>
          <a:schemeClr val="tx1"/>
        </a:buClr>
        <a:buSzPct val="80000"/>
        <a:buFont typeface="Wingdings 3" panose="05040102010807070707" pitchFamily="18" charset="2"/>
        <a:buChar char=""/>
        <a:defRPr sz="6720" kern="1200" cap="none">
          <a:solidFill>
            <a:schemeClr val="bg2">
              <a:lumMod val="75000"/>
            </a:schemeClr>
          </a:solidFill>
          <a:effectLst/>
          <a:latin typeface="+mn-lt"/>
          <a:ea typeface="+mn-ea"/>
          <a:cs typeface="+mn-cs"/>
        </a:defRPr>
      </a:lvl5pPr>
      <a:lvl6pPr marL="12070080" indent="-1097280" algn="l" defTabSz="2194560" rtl="0" eaLnBrk="1" latinLnBrk="0" hangingPunct="1">
        <a:spcBef>
          <a:spcPct val="20000"/>
        </a:spcBef>
        <a:spcAft>
          <a:spcPts val="2880"/>
        </a:spcAft>
        <a:buClr>
          <a:schemeClr val="tx1"/>
        </a:buClr>
        <a:buSzPct val="80000"/>
        <a:buFont typeface="Wingdings 3" panose="05040102010807070707" pitchFamily="18" charset="2"/>
        <a:buChar char=""/>
        <a:defRPr sz="6720" kern="1200" cap="none">
          <a:solidFill>
            <a:schemeClr val="bg2">
              <a:lumMod val="75000"/>
            </a:schemeClr>
          </a:solidFill>
          <a:effectLst/>
          <a:latin typeface="+mn-lt"/>
          <a:ea typeface="+mn-ea"/>
          <a:cs typeface="+mn-cs"/>
        </a:defRPr>
      </a:lvl6pPr>
      <a:lvl7pPr marL="14264640" indent="-1097280" algn="l" defTabSz="2194560" rtl="0" eaLnBrk="1" latinLnBrk="0" hangingPunct="1">
        <a:spcBef>
          <a:spcPct val="20000"/>
        </a:spcBef>
        <a:spcAft>
          <a:spcPts val="2880"/>
        </a:spcAft>
        <a:buClr>
          <a:schemeClr val="tx1"/>
        </a:buClr>
        <a:buSzPct val="80000"/>
        <a:buFont typeface="Wingdings 3" panose="05040102010807070707" pitchFamily="18" charset="2"/>
        <a:buChar char=""/>
        <a:defRPr sz="6720" kern="1200" cap="none">
          <a:solidFill>
            <a:schemeClr val="bg2">
              <a:lumMod val="75000"/>
            </a:schemeClr>
          </a:solidFill>
          <a:effectLst/>
          <a:latin typeface="+mn-lt"/>
          <a:ea typeface="+mn-ea"/>
          <a:cs typeface="+mn-cs"/>
        </a:defRPr>
      </a:lvl7pPr>
      <a:lvl8pPr marL="16459200" indent="-1097280" algn="l" defTabSz="2194560" rtl="0" eaLnBrk="1" latinLnBrk="0" hangingPunct="1">
        <a:spcBef>
          <a:spcPct val="20000"/>
        </a:spcBef>
        <a:spcAft>
          <a:spcPts val="2880"/>
        </a:spcAft>
        <a:buClr>
          <a:schemeClr val="tx1"/>
        </a:buClr>
        <a:buSzPct val="80000"/>
        <a:buFont typeface="Wingdings 3" panose="05040102010807070707" pitchFamily="18" charset="2"/>
        <a:buChar char=""/>
        <a:defRPr sz="6720" kern="1200" cap="none">
          <a:solidFill>
            <a:schemeClr val="bg2">
              <a:lumMod val="75000"/>
            </a:schemeClr>
          </a:solidFill>
          <a:effectLst/>
          <a:latin typeface="+mn-lt"/>
          <a:ea typeface="+mn-ea"/>
          <a:cs typeface="+mn-cs"/>
        </a:defRPr>
      </a:lvl8pPr>
      <a:lvl9pPr marL="18653760" indent="-1097280" algn="l" defTabSz="2194560" rtl="0" eaLnBrk="1" latinLnBrk="0" hangingPunct="1">
        <a:spcBef>
          <a:spcPct val="20000"/>
        </a:spcBef>
        <a:spcAft>
          <a:spcPts val="2880"/>
        </a:spcAft>
        <a:buClr>
          <a:schemeClr val="tx1"/>
        </a:buClr>
        <a:buSzPct val="80000"/>
        <a:buFont typeface="Wingdings 3" panose="05040102010807070707" pitchFamily="18" charset="2"/>
        <a:buChar char=""/>
        <a:defRPr sz="6720" kern="1200" cap="none">
          <a:solidFill>
            <a:schemeClr val="bg2">
              <a:lumMod val="75000"/>
            </a:schemeClr>
          </a:solidFill>
          <a:effectLst/>
          <a:latin typeface="+mn-lt"/>
          <a:ea typeface="+mn-ea"/>
          <a:cs typeface="+mn-cs"/>
        </a:defRPr>
      </a:lvl9pPr>
    </p:bodyStyle>
    <p:otherStyle>
      <a:defPPr>
        <a:defRPr lang="en-US"/>
      </a:defPPr>
      <a:lvl1pPr marL="0" algn="l" defTabSz="2194560" rtl="0" eaLnBrk="1" latinLnBrk="0" hangingPunct="1">
        <a:defRPr sz="8640" kern="1200">
          <a:solidFill>
            <a:schemeClr val="tx1"/>
          </a:solidFill>
          <a:latin typeface="+mn-lt"/>
          <a:ea typeface="+mn-ea"/>
          <a:cs typeface="+mn-cs"/>
        </a:defRPr>
      </a:lvl1pPr>
      <a:lvl2pPr marL="2194560" algn="l" defTabSz="2194560" rtl="0" eaLnBrk="1" latinLnBrk="0" hangingPunct="1">
        <a:defRPr sz="8640" kern="1200">
          <a:solidFill>
            <a:schemeClr val="tx1"/>
          </a:solidFill>
          <a:latin typeface="+mn-lt"/>
          <a:ea typeface="+mn-ea"/>
          <a:cs typeface="+mn-cs"/>
        </a:defRPr>
      </a:lvl2pPr>
      <a:lvl3pPr marL="4389120" algn="l" defTabSz="2194560" rtl="0" eaLnBrk="1" latinLnBrk="0" hangingPunct="1">
        <a:defRPr sz="8640" kern="1200">
          <a:solidFill>
            <a:schemeClr val="tx1"/>
          </a:solidFill>
          <a:latin typeface="+mn-lt"/>
          <a:ea typeface="+mn-ea"/>
          <a:cs typeface="+mn-cs"/>
        </a:defRPr>
      </a:lvl3pPr>
      <a:lvl4pPr marL="6583680" algn="l" defTabSz="2194560" rtl="0" eaLnBrk="1" latinLnBrk="0" hangingPunct="1">
        <a:defRPr sz="8640" kern="1200">
          <a:solidFill>
            <a:schemeClr val="tx1"/>
          </a:solidFill>
          <a:latin typeface="+mn-lt"/>
          <a:ea typeface="+mn-ea"/>
          <a:cs typeface="+mn-cs"/>
        </a:defRPr>
      </a:lvl4pPr>
      <a:lvl5pPr marL="8778240" algn="l" defTabSz="2194560" rtl="0" eaLnBrk="1" latinLnBrk="0" hangingPunct="1">
        <a:defRPr sz="8640" kern="1200">
          <a:solidFill>
            <a:schemeClr val="tx1"/>
          </a:solidFill>
          <a:latin typeface="+mn-lt"/>
          <a:ea typeface="+mn-ea"/>
          <a:cs typeface="+mn-cs"/>
        </a:defRPr>
      </a:lvl5pPr>
      <a:lvl6pPr marL="10972800" algn="l" defTabSz="2194560" rtl="0" eaLnBrk="1" latinLnBrk="0" hangingPunct="1">
        <a:defRPr sz="8640" kern="1200">
          <a:solidFill>
            <a:schemeClr val="tx1"/>
          </a:solidFill>
          <a:latin typeface="+mn-lt"/>
          <a:ea typeface="+mn-ea"/>
          <a:cs typeface="+mn-cs"/>
        </a:defRPr>
      </a:lvl6pPr>
      <a:lvl7pPr marL="13167360" algn="l" defTabSz="2194560" rtl="0" eaLnBrk="1" latinLnBrk="0" hangingPunct="1">
        <a:defRPr sz="8640" kern="1200">
          <a:solidFill>
            <a:schemeClr val="tx1"/>
          </a:solidFill>
          <a:latin typeface="+mn-lt"/>
          <a:ea typeface="+mn-ea"/>
          <a:cs typeface="+mn-cs"/>
        </a:defRPr>
      </a:lvl7pPr>
      <a:lvl8pPr marL="15361920" algn="l" defTabSz="2194560" rtl="0" eaLnBrk="1" latinLnBrk="0" hangingPunct="1">
        <a:defRPr sz="8640" kern="1200">
          <a:solidFill>
            <a:schemeClr val="tx1"/>
          </a:solidFill>
          <a:latin typeface="+mn-lt"/>
          <a:ea typeface="+mn-ea"/>
          <a:cs typeface="+mn-cs"/>
        </a:defRPr>
      </a:lvl8pPr>
      <a:lvl9pPr marL="17556480" algn="l" defTabSz="2194560" rtl="0" eaLnBrk="1" latinLnBrk="0" hangingPunct="1">
        <a:defRPr sz="86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hyperlink" Target="http://www.rohde-schwarz.com/us/solutions/test-and-measurement/mobile-network-testing/stories-insights/article-machine-learning-time-based-anomaly-detection-part-3-_253110.html" TargetMode="Externa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gif"/></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82990">
              <a:schemeClr val="accent2">
                <a:lumMod val="40000"/>
                <a:lumOff val="60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sp>
        <p:nvSpPr>
          <p:cNvPr id="5" name="Rectangle 4"/>
          <p:cNvSpPr/>
          <p:nvPr/>
        </p:nvSpPr>
        <p:spPr>
          <a:xfrm>
            <a:off x="380999" y="5453655"/>
            <a:ext cx="13843797" cy="26855145"/>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301" b="1" u="sng" dirty="0"/>
          </a:p>
          <a:p>
            <a:pPr algn="ctr"/>
            <a:endParaRPr lang="en-US" sz="9301" b="1" u="sng" dirty="0"/>
          </a:p>
          <a:p>
            <a:pPr algn="ctr"/>
            <a:endParaRPr lang="en-US" sz="9301" b="1" u="sng" dirty="0"/>
          </a:p>
          <a:p>
            <a:pPr algn="ctr"/>
            <a:r>
              <a:rPr lang="en-US" sz="9301" b="1" u="sng" dirty="0">
                <a:solidFill>
                  <a:schemeClr val="bg1"/>
                </a:solidFill>
                <a:latin typeface="Colonna MT" pitchFamily="82" charset="77"/>
              </a:rPr>
              <a:t>Background</a:t>
            </a:r>
          </a:p>
          <a:p>
            <a:pPr>
              <a:lnSpc>
                <a:spcPct val="200000"/>
              </a:lnSpc>
            </a:pPr>
            <a:r>
              <a:rPr lang="en-US" sz="3600" dirty="0"/>
              <a:t>The reliance on computers and other devices connected to the IOT network have grown tremendously since the start of the COVID-19 Pandemic in 2020. As a result, there is a greater need to secure devices connected to the IOT network. The best way to protect your private information protecting your investment is by investing in proper, preventative and proactive software.  The basics are making sure to have an antivirus software installed on all capable devices. And finally, protect your private data while using the IOT network by using an IDS, or IPS.</a:t>
            </a:r>
            <a:endParaRPr lang="en-US" sz="3600" b="1" u="sng" dirty="0"/>
          </a:p>
          <a:p>
            <a:pPr algn="ctr"/>
            <a:r>
              <a:rPr lang="en-US" sz="9301" b="1" u="sng" dirty="0">
                <a:solidFill>
                  <a:schemeClr val="bg1"/>
                </a:solidFill>
                <a:latin typeface="Colonna MT" pitchFamily="82" charset="77"/>
              </a:rPr>
              <a:t>Questions</a:t>
            </a:r>
          </a:p>
          <a:p>
            <a:pPr marL="571500" indent="-571500" algn="ctr">
              <a:lnSpc>
                <a:spcPct val="200000"/>
              </a:lnSpc>
              <a:buFont typeface="Arial" panose="020B0604020202020204" pitchFamily="34" charset="0"/>
              <a:buChar char="•"/>
            </a:pPr>
            <a:r>
              <a:rPr lang="en-US" sz="4000" dirty="0"/>
              <a:t>What are the layers of the TCP/IP layers?</a:t>
            </a:r>
          </a:p>
          <a:p>
            <a:pPr marL="571500" indent="-571500" algn="ctr">
              <a:lnSpc>
                <a:spcPct val="200000"/>
              </a:lnSpc>
              <a:buFont typeface="Arial" panose="020B0604020202020204" pitchFamily="34" charset="0"/>
              <a:buChar char="•"/>
            </a:pPr>
            <a:r>
              <a:rPr lang="en-US" sz="4000" dirty="0"/>
              <a:t>What are the layers of the OSI model?</a:t>
            </a:r>
          </a:p>
          <a:p>
            <a:pPr marL="571500" indent="-571500" algn="ctr">
              <a:lnSpc>
                <a:spcPct val="200000"/>
              </a:lnSpc>
              <a:buFont typeface="Arial" panose="020B0604020202020204" pitchFamily="34" charset="0"/>
              <a:buChar char="•"/>
            </a:pPr>
            <a:r>
              <a:rPr lang="en-US" sz="4000" dirty="0"/>
              <a:t>What is the IOT?</a:t>
            </a:r>
          </a:p>
          <a:p>
            <a:pPr marL="571500" indent="-571500" algn="ctr">
              <a:lnSpc>
                <a:spcPct val="200000"/>
              </a:lnSpc>
              <a:buFont typeface="Arial" panose="020B0604020202020204" pitchFamily="34" charset="0"/>
              <a:buChar char="•"/>
            </a:pPr>
            <a:r>
              <a:rPr lang="en-US" sz="4000" dirty="0"/>
              <a:t>What methods or tools can be used to mitigate network attacks? </a:t>
            </a:r>
          </a:p>
          <a:p>
            <a:pPr marL="571500" indent="-571500" algn="ctr">
              <a:lnSpc>
                <a:spcPct val="200000"/>
              </a:lnSpc>
              <a:buFont typeface="Arial" panose="020B0604020202020204" pitchFamily="34" charset="0"/>
              <a:buChar char="•"/>
            </a:pPr>
            <a:r>
              <a:rPr lang="en-US" sz="4000" dirty="0"/>
              <a:t>What are some of the downfalls of the IOT network?</a:t>
            </a:r>
          </a:p>
          <a:p>
            <a:pPr marL="571500" indent="-571500" algn="ctr">
              <a:lnSpc>
                <a:spcPct val="200000"/>
              </a:lnSpc>
              <a:buFont typeface="Arial" panose="020B0604020202020204" pitchFamily="34" charset="0"/>
              <a:buChar char="•"/>
            </a:pPr>
            <a:endParaRPr lang="en-US" sz="4000" dirty="0"/>
          </a:p>
          <a:p>
            <a:pPr algn="ctr">
              <a:lnSpc>
                <a:spcPct val="200000"/>
              </a:lnSpc>
            </a:pPr>
            <a:r>
              <a:rPr lang="en-US" sz="4000" dirty="0"/>
              <a:t>The presentation shows demonstrations of the topics discussed in the network and IOT modules and how they work. </a:t>
            </a:r>
          </a:p>
          <a:p>
            <a:pPr algn="ctr">
              <a:lnSpc>
                <a:spcPct val="200000"/>
              </a:lnSpc>
            </a:pPr>
            <a:endParaRPr lang="en-US" sz="9445" b="1" u="sng" dirty="0"/>
          </a:p>
          <a:p>
            <a:pPr algn="ctr">
              <a:lnSpc>
                <a:spcPct val="200000"/>
              </a:lnSpc>
            </a:pPr>
            <a:endParaRPr lang="en-US" sz="9445" b="1" u="sng" dirty="0"/>
          </a:p>
          <a:p>
            <a:pPr algn="ctr">
              <a:lnSpc>
                <a:spcPct val="200000"/>
              </a:lnSpc>
            </a:pPr>
            <a:endParaRPr lang="en-US" sz="9301" dirty="0"/>
          </a:p>
        </p:txBody>
      </p:sp>
      <p:sp>
        <p:nvSpPr>
          <p:cNvPr id="6" name="Rectangle 5"/>
          <p:cNvSpPr/>
          <p:nvPr/>
        </p:nvSpPr>
        <p:spPr>
          <a:xfrm>
            <a:off x="344423" y="981179"/>
            <a:ext cx="43053000" cy="2431826"/>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p>
        </p:txBody>
      </p:sp>
      <p:sp>
        <p:nvSpPr>
          <p:cNvPr id="7" name="Rectangle 6"/>
          <p:cNvSpPr/>
          <p:nvPr/>
        </p:nvSpPr>
        <p:spPr>
          <a:xfrm>
            <a:off x="30221416" y="4677276"/>
            <a:ext cx="13380129" cy="27564605"/>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00000"/>
              </a:lnSpc>
            </a:pPr>
            <a:r>
              <a:rPr lang="en-US" sz="9601" b="1" u="sng" dirty="0">
                <a:solidFill>
                  <a:schemeClr val="bg1"/>
                </a:solidFill>
                <a:latin typeface="Colonna MT" pitchFamily="82" charset="77"/>
              </a:rPr>
              <a:t>CONCLUSION</a:t>
            </a:r>
            <a:endParaRPr lang="en-US" sz="3600" dirty="0">
              <a:solidFill>
                <a:schemeClr val="bg1"/>
              </a:solidFill>
              <a:latin typeface="Colonna MT" pitchFamily="82" charset="77"/>
            </a:endParaRPr>
          </a:p>
          <a:p>
            <a:pPr>
              <a:lnSpc>
                <a:spcPct val="200000"/>
              </a:lnSpc>
            </a:pPr>
            <a:r>
              <a:rPr lang="en-US" sz="3600" dirty="0">
                <a:solidFill>
                  <a:prstClr val="white"/>
                </a:solidFill>
              </a:rPr>
              <a:t>In conclusion, throughout the course I learned about the layers of the TCP/IP layer, and the layers within the OSI model. In addition, I learned about the IOT network. The IOT is a group of interconnected devices that are all connected to the internet in a way that makes information easily accessible and shareable. The problem with the IOT is that the high volume of users makes it more susceptible to cyber attacks.  Although the IOT is convenient there are many risk associated with it and it is important to be well informed about how to secure and protect data and the networks that data is being stored and shared on. </a:t>
            </a:r>
          </a:p>
          <a:p>
            <a:pPr algn="ctr">
              <a:lnSpc>
                <a:spcPct val="200000"/>
              </a:lnSpc>
            </a:pPr>
            <a:r>
              <a:rPr lang="en-US" sz="9601" b="1" u="sng" dirty="0">
                <a:solidFill>
                  <a:schemeClr val="bg1"/>
                </a:solidFill>
                <a:latin typeface="Colonna MT" pitchFamily="82" charset="77"/>
              </a:rPr>
              <a:t>References</a:t>
            </a:r>
          </a:p>
          <a:p>
            <a:pPr marL="342900" lvl="0" indent="-342900">
              <a:buFont typeface="+mj-lt"/>
              <a:buAutoNum type="arabicPeriod"/>
            </a:pPr>
            <a:r>
              <a:rPr lang="en-US" sz="2800" dirty="0"/>
              <a:t>Garcia, N., </a:t>
            </a:r>
            <a:r>
              <a:rPr lang="en-US" sz="2800" dirty="0" err="1"/>
              <a:t>Alcaniz</a:t>
            </a:r>
            <a:r>
              <a:rPr lang="en-US" sz="2800" dirty="0"/>
              <a:t>, T., González-Vidal, A., Bernabe, J. B., Rivera, D., &amp; </a:t>
            </a:r>
            <a:r>
              <a:rPr lang="en-US" sz="2800" dirty="0" err="1"/>
              <a:t>Skarmeta</a:t>
            </a:r>
            <a:r>
              <a:rPr lang="en-US" sz="2800" dirty="0"/>
              <a:t>, A. (2020, October 31). Distributed real-time </a:t>
            </a:r>
            <a:r>
              <a:rPr lang="en-US" sz="2800" dirty="0" err="1"/>
              <a:t>SlowDoS</a:t>
            </a:r>
            <a:r>
              <a:rPr lang="en-US" sz="2800" dirty="0"/>
              <a:t> attacks detection over encrypted traffic using Artificial Intelligence. Retrieved from https://</a:t>
            </a:r>
            <a:r>
              <a:rPr lang="en-US" sz="2800" dirty="0" err="1"/>
              <a:t>www.sciencedirect.com</a:t>
            </a:r>
            <a:r>
              <a:rPr lang="en-US" sz="2800" dirty="0"/>
              <a:t>/science/article/</a:t>
            </a:r>
            <a:r>
              <a:rPr lang="en-US" sz="2800" dirty="0" err="1"/>
              <a:t>pii</a:t>
            </a:r>
            <a:r>
              <a:rPr lang="en-US" sz="2800" dirty="0"/>
              <a:t>/S1084804520303362</a:t>
            </a:r>
          </a:p>
          <a:p>
            <a:pPr marL="342900" lvl="0" indent="-342900">
              <a:buFont typeface="+mj-lt"/>
              <a:buAutoNum type="arabicPeriod"/>
            </a:pPr>
            <a:r>
              <a:rPr lang="en-US" sz="2800" dirty="0"/>
              <a:t>Security Analysis of Network Anomalies Mitigation Schemes in IoT Networks. (n.d.). Retrieved from https://</a:t>
            </a:r>
            <a:r>
              <a:rPr lang="en-US" sz="2800" dirty="0" err="1"/>
              <a:t>ieeexplore.ieee.org</a:t>
            </a:r>
            <a:r>
              <a:rPr lang="en-US" sz="2800" dirty="0"/>
              <a:t>/abstract/document/9016241</a:t>
            </a:r>
          </a:p>
          <a:p>
            <a:pPr marL="342900" lvl="0" indent="-342900">
              <a:buFont typeface="+mj-lt"/>
              <a:buAutoNum type="arabicPeriod"/>
            </a:pPr>
            <a:r>
              <a:rPr lang="en-US" sz="2800" dirty="0"/>
              <a:t>Ullah, I., &amp; Mahmoud, Q. H. (2020, March 23). A Two-Level Flow-Based Anomalous Activity Detection System for IoT Networks. Retrieved from https://</a:t>
            </a:r>
            <a:r>
              <a:rPr lang="en-US" sz="2800" dirty="0" err="1"/>
              <a:t>www.mdpi.com</a:t>
            </a:r>
            <a:r>
              <a:rPr lang="en-US" sz="2800" dirty="0"/>
              <a:t>/2079-9292/9/3/530/htm#sec4-electronics-09-00530</a:t>
            </a:r>
          </a:p>
          <a:p>
            <a:pPr marL="342900" lvl="0" indent="-342900">
              <a:buFont typeface="+mj-lt"/>
              <a:buAutoNum type="arabicPeriod"/>
            </a:pPr>
            <a:r>
              <a:rPr lang="en-US" sz="2800" dirty="0"/>
              <a:t>Rohde &amp; Schwarz GmbH &amp; Co KG. “Machine Learning: Time Based Anomaly Detection.” </a:t>
            </a:r>
            <a:r>
              <a:rPr lang="en-US" sz="2800" i="1" dirty="0"/>
              <a:t>Machine Learning: Time Based Anomaly Detection | Rohde &amp; Schwarz</a:t>
            </a:r>
            <a:r>
              <a:rPr lang="en-US" sz="2800" dirty="0"/>
              <a:t>, </a:t>
            </a:r>
            <a:r>
              <a:rPr lang="en-US" sz="2800" dirty="0">
                <a:hlinkClick r:id="rId2"/>
              </a:rPr>
              <a:t>www.rohde-schwarz.com/us/solutions/test-and-measu110.htm</a:t>
            </a:r>
            <a:r>
              <a:rPr lang="en-US" sz="2800" dirty="0"/>
              <a:t>.</a:t>
            </a:r>
          </a:p>
          <a:p>
            <a:pPr marL="342900" lvl="0" indent="-342900">
              <a:buFont typeface="+mj-lt"/>
              <a:buAutoNum type="arabicPeriod"/>
            </a:pPr>
            <a:r>
              <a:rPr lang="en-US" sz="2800" dirty="0"/>
              <a:t>Ahmed, Mohiuddin, et al. “A Survey of Network Anomaly Detection Techniques.” </a:t>
            </a:r>
            <a:r>
              <a:rPr lang="en-US" sz="2800" i="1" dirty="0"/>
              <a:t>Journal of Network and Computer Applications</a:t>
            </a:r>
            <a:r>
              <a:rPr lang="en-US" sz="2800" dirty="0"/>
              <a:t>, Academic Press, 11 Dec. 2015, </a:t>
            </a:r>
          </a:p>
        </p:txBody>
      </p:sp>
      <p:pic>
        <p:nvPicPr>
          <p:cNvPr id="12" name="Picture 2" descr="bsu-logo_yllw-flame-blk-tex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609600"/>
            <a:ext cx="5198859" cy="3194580"/>
          </a:xfrm>
          <a:prstGeom prst="rect">
            <a:avLst/>
          </a:prstGeom>
          <a:solidFill>
            <a:schemeClr val="tx1"/>
          </a:solidFill>
          <a:ln>
            <a:noFill/>
          </a:ln>
          <a:effectLst/>
        </p:spPr>
      </p:pic>
      <p:sp>
        <p:nvSpPr>
          <p:cNvPr id="3" name="TextBox 2">
            <a:extLst>
              <a:ext uri="{FF2B5EF4-FFF2-40B4-BE49-F238E27FC236}">
                <a16:creationId xmlns:a16="http://schemas.microsoft.com/office/drawing/2014/main" id="{BE94CAE4-4673-544F-A944-31A91AC76648}"/>
              </a:ext>
            </a:extLst>
          </p:cNvPr>
          <p:cNvSpPr txBox="1"/>
          <p:nvPr/>
        </p:nvSpPr>
        <p:spPr>
          <a:xfrm>
            <a:off x="14937100" y="982383"/>
            <a:ext cx="14957814" cy="5632311"/>
          </a:xfrm>
          <a:prstGeom prst="rect">
            <a:avLst/>
          </a:prstGeom>
          <a:noFill/>
        </p:spPr>
        <p:txBody>
          <a:bodyPr wrap="square" rtlCol="0">
            <a:spAutoFit/>
          </a:bodyPr>
          <a:lstStyle/>
          <a:p>
            <a:pPr lvl="0" algn="ctr"/>
            <a:r>
              <a:rPr lang="en-US" sz="7200" b="1" dirty="0">
                <a:solidFill>
                  <a:schemeClr val="bg1"/>
                </a:solidFill>
                <a:latin typeface="Colonna MT" pitchFamily="82" charset="77"/>
                <a:cs typeface="Agency FB" panose="020F0502020204030204" pitchFamily="34" charset="0"/>
              </a:rPr>
              <a:t>Internet Application</a:t>
            </a:r>
          </a:p>
          <a:p>
            <a:pPr lvl="0" algn="ctr"/>
            <a:r>
              <a:rPr lang="en-US" sz="7200" b="1" dirty="0">
                <a:solidFill>
                  <a:schemeClr val="bg1"/>
                </a:solidFill>
                <a:latin typeface="Colonna MT" pitchFamily="82" charset="77"/>
                <a:cs typeface="Agency FB" panose="020F0502020204030204" pitchFamily="34" charset="0"/>
              </a:rPr>
              <a:t>By: Lehela Campbell</a:t>
            </a:r>
          </a:p>
          <a:p>
            <a:pPr lvl="0" algn="ctr"/>
            <a:r>
              <a:rPr lang="en-US" sz="7200" b="1" dirty="0">
                <a:solidFill>
                  <a:schemeClr val="bg1"/>
                </a:solidFill>
                <a:latin typeface="Colonna MT" pitchFamily="82" charset="77"/>
                <a:cs typeface="Agency FB" panose="020F0502020204030204" pitchFamily="34" charset="0"/>
              </a:rPr>
              <a:t>Dr. Marcella Wilson</a:t>
            </a:r>
          </a:p>
          <a:p>
            <a:pPr lvl="0" algn="ctr"/>
            <a:r>
              <a:rPr lang="en-US" sz="7200" b="1" dirty="0">
                <a:solidFill>
                  <a:schemeClr val="bg1"/>
                </a:solidFill>
                <a:latin typeface="Colonna MT" pitchFamily="82" charset="77"/>
                <a:cs typeface="Agency FB" panose="020F0502020204030204" pitchFamily="34" charset="0"/>
              </a:rPr>
              <a:t>Computer Technology  Department – Bowie State University</a:t>
            </a:r>
          </a:p>
        </p:txBody>
      </p:sp>
      <p:sp>
        <p:nvSpPr>
          <p:cNvPr id="20" name="TextBox 19">
            <a:extLst>
              <a:ext uri="{FF2B5EF4-FFF2-40B4-BE49-F238E27FC236}">
                <a16:creationId xmlns:a16="http://schemas.microsoft.com/office/drawing/2014/main" id="{5D710176-02B3-AF4F-8D0F-BE10EB240FFB}"/>
              </a:ext>
            </a:extLst>
          </p:cNvPr>
          <p:cNvSpPr txBox="1"/>
          <p:nvPr/>
        </p:nvSpPr>
        <p:spPr>
          <a:xfrm>
            <a:off x="17989666" y="7220087"/>
            <a:ext cx="9137533" cy="1477328"/>
          </a:xfrm>
          <a:prstGeom prst="rect">
            <a:avLst/>
          </a:prstGeom>
          <a:noFill/>
        </p:spPr>
        <p:txBody>
          <a:bodyPr wrap="square" rtlCol="0">
            <a:spAutoFit/>
          </a:bodyPr>
          <a:lstStyle/>
          <a:p>
            <a:pPr algn="ctr"/>
            <a:r>
              <a:rPr lang="en-US" sz="7200" b="1" u="sng" dirty="0">
                <a:solidFill>
                  <a:schemeClr val="bg1"/>
                </a:solidFill>
                <a:latin typeface="Colonna MT" pitchFamily="82" charset="77"/>
              </a:rPr>
              <a:t>METHODS &amp; RESULTS</a:t>
            </a:r>
          </a:p>
          <a:p>
            <a:endParaRPr lang="en-US" dirty="0"/>
          </a:p>
        </p:txBody>
      </p:sp>
      <p:pic>
        <p:nvPicPr>
          <p:cNvPr id="10" name="Picture 9" descr="Diagram&#10;&#10;Description automatically generated">
            <a:extLst>
              <a:ext uri="{FF2B5EF4-FFF2-40B4-BE49-F238E27FC236}">
                <a16:creationId xmlns:a16="http://schemas.microsoft.com/office/drawing/2014/main" id="{138A3353-E26F-E44A-8443-13A0AA4EC48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994807" y="9131318"/>
            <a:ext cx="4488350" cy="6843339"/>
          </a:xfrm>
          <a:prstGeom prst="rect">
            <a:avLst/>
          </a:prstGeom>
        </p:spPr>
      </p:pic>
      <p:pic>
        <p:nvPicPr>
          <p:cNvPr id="18" name="Picture 17" descr="Table&#10;&#10;Description automatically generated">
            <a:extLst>
              <a:ext uri="{FF2B5EF4-FFF2-40B4-BE49-F238E27FC236}">
                <a16:creationId xmlns:a16="http://schemas.microsoft.com/office/drawing/2014/main" id="{3038FC5D-E9AD-8146-A7D5-629C9C589BB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2358174" y="9387609"/>
            <a:ext cx="5988225" cy="6587048"/>
          </a:xfrm>
          <a:prstGeom prst="rect">
            <a:avLst/>
          </a:prstGeom>
        </p:spPr>
      </p:pic>
      <p:pic>
        <p:nvPicPr>
          <p:cNvPr id="1026" name="Picture 2" descr="What are the major components of Internet of Things - RF Page">
            <a:extLst>
              <a:ext uri="{FF2B5EF4-FFF2-40B4-BE49-F238E27FC236}">
                <a16:creationId xmlns:a16="http://schemas.microsoft.com/office/drawing/2014/main" id="{4D389BDF-8086-7847-9B73-B6FA60DA79D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173086" y="26100763"/>
            <a:ext cx="8935825" cy="53340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Easily Understand IOT Block Diagram and Architecture - ETechnoG">
            <a:extLst>
              <a:ext uri="{FF2B5EF4-FFF2-40B4-BE49-F238E27FC236}">
                <a16:creationId xmlns:a16="http://schemas.microsoft.com/office/drawing/2014/main" id="{34C912AF-F5C7-1F44-AB57-BB532B36829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556432" y="16408560"/>
            <a:ext cx="14389100" cy="9258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285749"/>
      </p:ext>
    </p:extLst>
  </p:cSld>
  <p:clrMapOvr>
    <a:masterClrMapping/>
  </p:clrMapOvr>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3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2700"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docProps/app.xml><?xml version="1.0" encoding="utf-8"?>
<Properties xmlns="http://schemas.openxmlformats.org/officeDocument/2006/extended-properties" xmlns:vt="http://schemas.openxmlformats.org/officeDocument/2006/docPropsVTypes">
  <Template>Slice</Template>
  <TotalTime>2448</TotalTime>
  <Words>523</Words>
  <Application>Microsoft Macintosh PowerPoint</Application>
  <PresentationFormat>Custom</PresentationFormat>
  <Paragraphs>27</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Century Gothic</vt:lpstr>
      <vt:lpstr>Colonna MT</vt:lpstr>
      <vt:lpstr>Wingdings 3</vt:lpstr>
      <vt:lpstr>Slice</vt:lpstr>
      <vt:lpstr>PowerPoint Presentation</vt:lpstr>
    </vt:vector>
  </TitlesOfParts>
  <Company>Bowie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jlangdon</dc:creator>
  <cp:lastModifiedBy>Lehela Dezra Campbell</cp:lastModifiedBy>
  <cp:revision>39</cp:revision>
  <dcterms:created xsi:type="dcterms:W3CDTF">2012-01-26T21:35:33Z</dcterms:created>
  <dcterms:modified xsi:type="dcterms:W3CDTF">2021-12-10T18:42:42Z</dcterms:modified>
</cp:coreProperties>
</file>